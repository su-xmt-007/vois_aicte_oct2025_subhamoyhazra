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45" r:id="rId10"/>
    <p:sldId id="339" r:id="rId11"/>
    <p:sldId id="340" r:id="rId12"/>
    <p:sldId id="341" r:id="rId13"/>
    <p:sldId id="344"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1" d="100"/>
          <a:sy n="71" d="100"/>
        </p:scale>
        <p:origin x="612"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10/23/2025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10/23/2025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10/23/2025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10/23/2025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10/23/2025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383741" y="4141999"/>
            <a:ext cx="6131859" cy="861497"/>
          </a:xfrm>
        </p:spPr>
        <p:txBody>
          <a:bodyPr>
            <a:noAutofit/>
          </a:bodyPr>
          <a:lstStyle/>
          <a:p>
            <a:pPr algn="r"/>
            <a:r>
              <a:rPr lang="en-US" sz="2400" dirty="0" err="1">
                <a:solidFill>
                  <a:schemeClr val="tx1"/>
                </a:solidFill>
              </a:rPr>
              <a:t>Subhamoy</a:t>
            </a:r>
            <a:r>
              <a:rPr lang="en-US" sz="2400" dirty="0">
                <a:solidFill>
                  <a:schemeClr val="tx1"/>
                </a:solidFill>
              </a:rPr>
              <a:t> </a:t>
            </a:r>
            <a:r>
              <a:rPr lang="en-US" sz="2400" dirty="0" err="1">
                <a:solidFill>
                  <a:schemeClr val="tx1"/>
                </a:solidFill>
              </a:rPr>
              <a:t>Hazra</a:t>
            </a:r>
            <a:r>
              <a:rPr lang="en-US" sz="2400" dirty="0">
                <a:solidFill>
                  <a:schemeClr val="tx1"/>
                </a:solidFill>
              </a:rPr>
              <a:t> </a:t>
            </a:r>
          </a:p>
          <a:p>
            <a:pPr algn="r"/>
            <a:r>
              <a:rPr lang="en-US" sz="2400" dirty="0">
                <a:solidFill>
                  <a:schemeClr val="tx1"/>
                </a:solidFill>
              </a:rPr>
              <a:t>INTERNSHIP_17546440516895be537820f</a:t>
            </a:r>
            <a:endParaRPr lang="en-IN" sz="240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550024" y="2669118"/>
            <a:ext cx="7922932" cy="743448"/>
          </a:xfrm>
        </p:spPr>
        <p:txBody>
          <a:bodyPr>
            <a:normAutofit/>
          </a:bodyPr>
          <a:lstStyle/>
          <a:p>
            <a:r>
              <a:rPr lang="en-US" sz="3600" b="1" dirty="0"/>
              <a:t>AIRBNB HOTEL BOOKING ANALYSIS</a:t>
            </a:r>
            <a:endParaRPr lang="en-IN" sz="36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8855166" cy="4237861"/>
          </a:xfrm>
        </p:spPr>
        <p:txBody>
          <a:bodyPr>
            <a:normAutofit fontScale="92500" lnSpcReduction="10000"/>
          </a:bodyPr>
          <a:lstStyle/>
          <a:p>
            <a:pPr>
              <a:lnSpc>
                <a:spcPct val="150000"/>
              </a:lnSpc>
            </a:pPr>
            <a:r>
              <a:rPr lang="en-US" sz="2800" dirty="0"/>
              <a:t>AIRBNB is a popular platform where property owners rent out their homes or apartments to travelers. one of the biggest challenge for the host is deciding the right price for this listings, since price very depending on several factors such as the number of bedrooms, number of bathrooms, cleanliness, accuracy of description and communication quality with guests.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262782" y="3218216"/>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564777"/>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0" y="1929344"/>
            <a:ext cx="11107270" cy="4363879"/>
          </a:xfrm>
        </p:spPr>
        <p:txBody>
          <a:bodyPr>
            <a:noAutofit/>
          </a:bodyPr>
          <a:lstStyle/>
          <a:p>
            <a:pPr>
              <a:lnSpc>
                <a:spcPct val="150000"/>
              </a:lnSpc>
              <a:buNone/>
            </a:pPr>
            <a:r>
              <a:rPr lang="en-US" sz="2200" dirty="0"/>
              <a:t>      This project focuses on building a machine learning model to predict the price of AIRBNB listings. Pricing all AIRBNB property correctly is crucial for both hosts and travelers. Hosts want to maximize occupancy and earnings, while travelers want a fair and competitive price. Using historical AIRBNB data, the project develops a regression model that learns relationships between listing attributes such as number of bedrooms, bathrooms, and guest rating, and the price charged. The model can be used to predict prices for new or hypothetical listings, helping property owners make informed pricing decisions.</a:t>
            </a:r>
            <a:endParaRPr lang="en-IN" sz="22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79312" y="1964466"/>
            <a:ext cx="10843112" cy="4113605"/>
          </a:xfrm>
        </p:spPr>
        <p:txBody>
          <a:bodyPr>
            <a:noAutofit/>
          </a:bodyPr>
          <a:lstStyle/>
          <a:p>
            <a:pPr>
              <a:lnSpc>
                <a:spcPct val="150000"/>
              </a:lnSpc>
              <a:buNone/>
            </a:pPr>
            <a:r>
              <a:rPr lang="en-US" sz="2400" b="1" dirty="0"/>
              <a:t>AIRBNB Hosts: </a:t>
            </a:r>
            <a:r>
              <a:rPr lang="en-US" sz="2400" dirty="0"/>
              <a:t>To optimize pricing of their listings based on property features and guest reviews.</a:t>
            </a:r>
          </a:p>
          <a:p>
            <a:pPr>
              <a:lnSpc>
                <a:spcPct val="150000"/>
              </a:lnSpc>
              <a:buNone/>
            </a:pPr>
            <a:r>
              <a:rPr lang="en-US" sz="2400" b="1" dirty="0"/>
              <a:t>Travelers: </a:t>
            </a:r>
            <a:r>
              <a:rPr lang="en-US" sz="2400" dirty="0"/>
              <a:t>To evaluate whether a listing is overpriced or reasonably priced.</a:t>
            </a:r>
          </a:p>
          <a:p>
            <a:pPr>
              <a:lnSpc>
                <a:spcPct val="150000"/>
              </a:lnSpc>
              <a:buNone/>
            </a:pPr>
            <a:r>
              <a:rPr lang="en-US" sz="2400" b="1" dirty="0"/>
              <a:t>AIRBNB Platform Analysts: </a:t>
            </a:r>
            <a:r>
              <a:rPr lang="en-US" sz="2400" dirty="0"/>
              <a:t>To improve automated pricing suggestions and increase platform trust.</a:t>
            </a:r>
          </a:p>
          <a:p>
            <a:pPr>
              <a:lnSpc>
                <a:spcPct val="150000"/>
              </a:lnSpc>
              <a:buNone/>
            </a:pPr>
            <a:r>
              <a:rPr lang="en-US" sz="2400" b="1" dirty="0"/>
              <a:t>Researchers/Students: </a:t>
            </a:r>
            <a:r>
              <a:rPr lang="en-US" sz="2400" dirty="0"/>
              <a:t>To study the impact of property features and reviews on rental pricing.</a:t>
            </a:r>
            <a:endParaRPr lang="en-IN" sz="2400" b="1"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48870" y="1614552"/>
            <a:ext cx="10354235" cy="5243448"/>
          </a:xfrm>
        </p:spPr>
        <p:txBody>
          <a:bodyPr>
            <a:noAutofit/>
          </a:bodyPr>
          <a:lstStyle/>
          <a:p>
            <a:pPr lvl="1">
              <a:lnSpc>
                <a:spcPct val="150000"/>
              </a:lnSpc>
              <a:buNone/>
            </a:pPr>
            <a:r>
              <a:rPr lang="en-US" sz="2400" b="1" dirty="0"/>
              <a:t>Python-</a:t>
            </a:r>
            <a:r>
              <a:rPr lang="en-US" sz="2400" dirty="0"/>
              <a:t> Core programming language</a:t>
            </a:r>
          </a:p>
          <a:p>
            <a:pPr lvl="1">
              <a:lnSpc>
                <a:spcPct val="150000"/>
              </a:lnSpc>
              <a:buNone/>
            </a:pPr>
            <a:r>
              <a:rPr lang="en-US" sz="2400" b="1" dirty="0"/>
              <a:t>Pandas &amp; </a:t>
            </a:r>
            <a:r>
              <a:rPr lang="en-US" sz="2400" b="1" dirty="0" err="1"/>
              <a:t>NumPy</a:t>
            </a:r>
            <a:r>
              <a:rPr lang="en-US" sz="2400" b="1" dirty="0"/>
              <a:t>- </a:t>
            </a:r>
            <a:r>
              <a:rPr lang="en-US" sz="2400" dirty="0" err="1"/>
              <a:t>Datacleaning</a:t>
            </a:r>
            <a:r>
              <a:rPr lang="en-US" sz="2400" dirty="0"/>
              <a:t> and preprocessing</a:t>
            </a:r>
          </a:p>
          <a:p>
            <a:pPr lvl="1">
              <a:lnSpc>
                <a:spcPct val="150000"/>
              </a:lnSpc>
              <a:buNone/>
            </a:pPr>
            <a:r>
              <a:rPr lang="en-US" sz="2400" b="1" dirty="0" err="1"/>
              <a:t>Scikit</a:t>
            </a:r>
            <a:r>
              <a:rPr lang="en-US" sz="2400" b="1" dirty="0"/>
              <a:t>-learn</a:t>
            </a:r>
            <a:r>
              <a:rPr lang="en-US" sz="2400" dirty="0"/>
              <a:t>- Machine learning (model training, regression, evaluation)</a:t>
            </a:r>
          </a:p>
          <a:p>
            <a:pPr lvl="1">
              <a:lnSpc>
                <a:spcPct val="150000"/>
              </a:lnSpc>
              <a:buNone/>
            </a:pPr>
            <a:r>
              <a:rPr lang="en-US" sz="2400" b="1" dirty="0" err="1"/>
              <a:t>Matplotlib</a:t>
            </a:r>
            <a:r>
              <a:rPr lang="en-US" sz="2400" b="1" dirty="0"/>
              <a:t>/</a:t>
            </a:r>
            <a:r>
              <a:rPr lang="en-US" sz="2400" b="1" dirty="0" err="1"/>
              <a:t>Seaborn</a:t>
            </a:r>
            <a:r>
              <a:rPr lang="en-US" sz="2400" b="1" dirty="0"/>
              <a:t>-</a:t>
            </a:r>
            <a:r>
              <a:rPr lang="en-US" sz="2400" dirty="0"/>
              <a:t> Data visualization and feature importance</a:t>
            </a:r>
          </a:p>
          <a:p>
            <a:pPr lvl="1">
              <a:lnSpc>
                <a:spcPct val="150000"/>
              </a:lnSpc>
              <a:buNone/>
            </a:pPr>
            <a:r>
              <a:rPr lang="en-US" sz="2400" b="1" dirty="0"/>
              <a:t>Google </a:t>
            </a:r>
            <a:r>
              <a:rPr lang="en-US" sz="2400" b="1" dirty="0" err="1"/>
              <a:t>Colab</a:t>
            </a:r>
            <a:r>
              <a:rPr lang="en-US" sz="2400" b="1" dirty="0"/>
              <a:t>- </a:t>
            </a:r>
            <a:r>
              <a:rPr lang="en-US" sz="2400" dirty="0"/>
              <a:t>Cloud</a:t>
            </a:r>
            <a:r>
              <a:rPr lang="en-US" sz="2400" b="1" dirty="0"/>
              <a:t> </a:t>
            </a:r>
            <a:r>
              <a:rPr lang="en-US" sz="2400" dirty="0"/>
              <a:t>based environment for running the project</a:t>
            </a:r>
          </a:p>
          <a:p>
            <a:pPr lvl="1">
              <a:lnSpc>
                <a:spcPct val="150000"/>
              </a:lnSpc>
              <a:buNone/>
            </a:pPr>
            <a:r>
              <a:rPr lang="en-US" sz="2400" b="1" dirty="0"/>
              <a:t>File handling libraries- </a:t>
            </a:r>
            <a:r>
              <a:rPr lang="en-US" sz="2400" dirty="0" err="1"/>
              <a:t>openpyxl</a:t>
            </a:r>
            <a:r>
              <a:rPr lang="en-US" sz="2400" dirty="0"/>
              <a:t> (for Excel) and built in CSV handling</a:t>
            </a:r>
            <a:endParaRPr lang="en-IN" sz="24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48870" y="1614552"/>
            <a:ext cx="10354235" cy="5243448"/>
          </a:xfrm>
        </p:spPr>
        <p:txBody>
          <a:bodyPr>
            <a:noAutofit/>
          </a:bodyPr>
          <a:lstStyle/>
          <a:p>
            <a:pPr lvl="1">
              <a:lnSpc>
                <a:spcPct val="150000"/>
              </a:lnSpc>
              <a:buNone/>
            </a:pPr>
            <a:endParaRPr lang="en-IN" sz="24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789709" y="116842"/>
            <a:ext cx="5306291" cy="847817"/>
          </a:xfrm>
        </p:spPr>
        <p:txBody>
          <a:bodyPr>
            <a:normAutofit/>
          </a:bodyPr>
          <a:lstStyle/>
          <a:p>
            <a:r>
              <a:rPr lang="en-US" dirty="0"/>
              <a:t>Python Code</a:t>
            </a:r>
          </a:p>
        </p:txBody>
      </p:sp>
      <p:pic>
        <p:nvPicPr>
          <p:cNvPr id="1027" name="Picture 3"/>
          <p:cNvPicPr>
            <a:picLocks noChangeAspect="1" noChangeArrowheads="1"/>
          </p:cNvPicPr>
          <p:nvPr/>
        </p:nvPicPr>
        <p:blipFill>
          <a:blip r:embed="rId5"/>
          <a:srcRect/>
          <a:stretch>
            <a:fillRect/>
          </a:stretch>
        </p:blipFill>
        <p:spPr bwMode="auto">
          <a:xfrm>
            <a:off x="0" y="1129553"/>
            <a:ext cx="6723529" cy="5728447"/>
          </a:xfrm>
          <a:prstGeom prst="rect">
            <a:avLst/>
          </a:prstGeom>
          <a:noFill/>
          <a:ln w="9525">
            <a:noFill/>
            <a:miter lim="800000"/>
            <a:headEnd/>
            <a:tailEnd/>
          </a:ln>
          <a:effectLst/>
        </p:spPr>
      </p:pic>
      <p:pic>
        <p:nvPicPr>
          <p:cNvPr id="1028" name="Picture 4"/>
          <p:cNvPicPr>
            <a:picLocks noChangeAspect="1" noChangeArrowheads="1"/>
          </p:cNvPicPr>
          <p:nvPr/>
        </p:nvPicPr>
        <p:blipFill>
          <a:blip r:embed="rId6"/>
          <a:srcRect/>
          <a:stretch>
            <a:fillRect/>
          </a:stretch>
        </p:blipFill>
        <p:spPr bwMode="auto">
          <a:xfrm>
            <a:off x="6848982" y="1085570"/>
            <a:ext cx="5343018" cy="5772430"/>
          </a:xfrm>
          <a:prstGeom prst="rect">
            <a:avLst/>
          </a:prstGeom>
          <a:noFill/>
          <a:ln w="9525">
            <a:noFill/>
            <a:miter lim="800000"/>
            <a:headEnd/>
            <a:tailEnd/>
          </a:ln>
          <a:effectLst/>
        </p:spPr>
      </p:pic>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4638" y="41188"/>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a:bodyPr>
          <a:lstStyle/>
          <a:p>
            <a:pPr marL="0" indent="0">
              <a:buNone/>
            </a:pPr>
            <a:endParaRPr lang="en-US" dirty="0"/>
          </a:p>
          <a:p>
            <a:pPr marL="0" indent="0">
              <a:buNone/>
            </a:pPr>
            <a:endParaRPr lang="en-IN" dirty="0"/>
          </a:p>
        </p:txBody>
      </p:sp>
      <p:sp>
        <p:nvSpPr>
          <p:cNvPr id="10242" name="AutoShape 2" descr="data:image/png;base64,iVBORw0KGgoAAAANSUhEUgAAAk0AAAHHCAYAAACiOWx7AAAAOnRFWHRTb2Z0d2FyZQBNYXRwbG90bGliIHZlcnNpb24zLjEwLjAsIGh0dHBzOi8vbWF0cGxvdGxpYi5vcmcvlHJYcgAAAAlwSFlzAAAPYQAAD2EBqD+naQAAXghJREFUeJzt3Xl4TNfjP/D3ZJnJOtklgiSIJbEE0UQsJW1kEEqln8ZSQlO1JLYoFS2x9Rd0oa2trTbR4oNQO7HEVqSWkNp3isqiSELIYnJ+f/jmfowk3ESY4P16nnme3HPPnDl35mbmPefee0YhhBAgIiIioicy0HcHiIiIiF4GDE1EREREMjA0EREREcnA0EREREQkA0MTERERkQwMTUREREQyMDQRERERycDQRERERCQDQxMRERGRDAxNRFSpubm5oV+/fuW+f79+/WBhYVFxHQLQrl07tGvXrkLbfFX069cPbm5uL+Sx3Nzc0Llz5xfyWEQAQxOVU1xcHBQKhXQzMTFB3bp1ERERgfT0dH13r9xOnjyJiRMn4vLlyxXS3s6dO3WepyfdqPzu3buHiRMnYufOnfruSpnk5uZi5syZ8PX1hZWVlc7/0dmzZ/XdPQDAvn37MHHiRGRmZurl8Sv6f7I82rVrJ/2fGhgYQK1Wo169eujTpw+2bt36TG3PnTsXcXFxFdPRZ3T9+nVMnDgRKSkp+u5KpWWk7w7Qy23y5MmoWbMmcnNzsWfPHsybNw8bN27E8ePHYWZmpu/uldnJkycxadIktGvXrkK+LXt4eOC3337TKYuKioKFhQU+++yzZ26fHrp37x4mTZoEAC9kBGjLli3P3Ma///6LDh06IDk5GZ07d0avXr1gYWGBM2fOYOnSpfjxxx+Rn59fAb19Nvv27cOkSZPQr18/WFtbP7X+Tz/9hMLCwgp7/Ir+nyyv6tWrIyYmBgCQk5OD8+fP4/fff8eiRYvw/vvvY9GiRTA2Ni5zu3PnzoW9vf0zjaZWlOvXr2PSpElwc3NDkyZN9N2dSomhiZ5Jx44d0bx5cwDARx99BDs7O3zzzTdYs2YNevbsWeJ9cnJyYG5u/iK7+VS5ublQKpUV3q6joyM++OADnbJp06bB3t6+WDm9POTsK0X7lIFByQP6/fr1w5EjR7BixQoEBwfrrJsyZcpLG6rLExxeBlZWViX+Lw8bNgxz586Fm5sbpk+frqfe0QsjiMohNjZWABAHDx7UKV+/fr0AIL744gshhBChoaHC3NxcnD9/XnTs2FFYWFiIrl27CiGEuHv3roiMjBTVq1cXSqVS1K1bV3z55ZeisLBQp00AIjw8XCxatEjUrVtXqFQq0axZM7Fr165i/bp27Zro37+/qFKlilAqlcLT01P8/PPPOnV27NghAIj//ve/4rPPPhPOzs5CoVCImTNnCgDFbjt27BB9+/YVdnZ2Ij8/v9hjtm/fXtStW1f2c9egQQPRtm1bIYQQhYWFwtXVVbzzzjvF6t2/f1+o1Wrx8ccf6/R76dKlIioqSjg6OgozMzPRpUsXceXKlWL3//PPP4VGoxFqtVqYmpqKN998U+zZs0enTnZ2thg+fLhwdXUVSqVSODg4iICAAJGcnPzEbbh8+bIYPHiwqFu3rjAxMRG2trbivffeE5cuXdKpV7Sf7NmzR4wcOVLY29sLMzMz0a1bN5GRkaFTt7CwUEyZMkVUq1ZNmJqainbt2onjx48LV1dXERoaWmpfLl26VOLrFh0dLYT43z547do10bVrV2Fubi7s7e3FqFGjxIMHD3Ta0mq1YubMmcLT01OoVCpRpUoV8fHHH4tbt27p1Gvbtq30GgpR+j51+/btEvv8559/CgBiwIABT3yeH5WYmChat24tzMzMhJWVlXjnnXfEyZMndeqEhoYKV1fXYveNjo4Wj7/dF/1frVq1SjRo0ED6f9m0aVOx+z1+e/x1flIfil6fL7/8Uvzwww+iVq1aQqlUiubNm4sDBw48cZuL9p+S/ieFEMLV1VUEBQWJP/74Q7zxxhtCpVKJmjVrioULFxZr6/bt22L48OHS+03t2rXFtGnThFarfWIfhHj4ejdo0KDEdQ8ePBCenp7CzMxMZGZmSuW//PKL8Pf3Fw4ODkKpVAoPDw8xd+5cnfu6uroW27ai/ermzZti1KhRomHDhsLc3FxYWlqKDh06iJSUlGJ9+O6774Snp6cwNTUV1tbWwtvbWyxevFinztPeG4v24cdvsbGxT31+XiccaaIKdeHCBQCAnZ2dVPbgwQNoNBq0bt0aX331FczMzCCEwDvvvIMdO3YgLCwMTZo0webNmzF69Gj8888/mDlzpk67u3btwrJlyzBs2DCoVCrMnTsXHTp0wIEDB9CwYUMAQHp6Olq0aAGFQoGIiAg4ODhg06ZNCAsLQ3Z2NkaMGKHT5pQpU6BUKvHJJ58gLy8PgYGBGDZsGL777juMGzcOHh4eAB4eYuvTpw9+/fVXbN68WefE07S0NGzfvh3R0dHler4UCgU++OADzJgxA7du3YKtra20bt26dcjOzi727faLL76AQqHAp59+ioyMDMyaNQsBAQFISUmBqakpAGD79u3o2LEjvL29ER0dDQMDA8TGxuKtt97CH3/8AR8fHwDAoEGDsGLFCkRERMDT0xM3b97Enj17cOrUKTRr1qzUfh88eBD79u1Djx49UL16dVy+fBnz5s1Du3btcPLkyWKHZocOHQobGxtER0fj8uXLmDVrFiIiIrBs2TKpzoQJEzB16lR06tQJnTp1wuHDhxEYGPjUQ1QODg6YN28eBg8ejHfffRfdu3cHADRu3Fiqo9VqodFo4Ovri6+++grbtm3D119/jdq1a2Pw4MFSvYEDByIuLg79+/fHsGHDcOnSJcyePRtHjhzB3r17nzqK8vg+VdqI1Nq1awEAffr0eWJ7RbZt24aOHTuiVq1amDhxIu7fv4/vv/8erVq1wuHDh8t92GrPnj34/fffMWTIEFhaWuK7775DcHAwrly5Ajs7O3Tv3h1nz57Ff//7X8ycORP29vYAHj7nZbVkyRLcuXMHAwcOhEKhwIwZM9C9e3dcvHix1Of1zTffLPV/ssj58+fx3nvvISwsDKGhofjll1/Qr18/eHt7o0GDBgAeHr5t27Yt/vnnHwwcOBAuLi7Yt28foqKikJqailmzZpV5e4oYGhqiZ8+eGD9+PPbs2YOgoCAAwLx589CgQQO88847MDIywrp16zBkyBAUFhYiPDwcADBr1iwMHTpU53C9o6MjAODixYtYvXo1/vOf/6BmzZpIT0/HDz/8gLZt2+LkyZNwdnYG8PBw6LBhw/Dee+9h+PDhyM3NxdGjR7F//3706tULgLz3Rg8PD0yePBkTJkzAxx9/jDZt2gAAWrZsWe7n5pWk79RGL6eib4Dbtm0TN27cEFevXhVLly4VdnZ2wtTUVFy7dk0I8fBbJwAxduxYnfuvXr1aABBTp07VKX/vvfeEQqEQ58+fl8rwf994Dh06JJX9/fffwsTERLz77rtSWVhYmKhatar4999/ddrs0aOHsLKyEvfu3RNC/O8bVa1ataSyIvHx8TrfZItotVpRvXp1ERISolP+zTffCIVCIS5evCjnaRNC6I40CSHEmTNnBAAxb948nXrvvPOOcHNzk0beivpdrVo1kZ2dLdVbvny5ACC+/fZbIcTDEZs6deoIjUajM2p37949UbNmTdG+fXupzMrKSoSHh8vu+6NtPS4pKUkAEL/++qtUVrSfBAQE6PRl5MiRwtDQUPpmnpGRIZRKpQgKCtKpN27cOAHgiSNNQghx48YNndGlRxXtg5MnT9Ypb9q0qfD29paW//jjDwGg2Df0hISEYuWljTSVtE+V5N133xUASh2JelyTJk1ElSpVxM2bN6Wyv/76SxgYGIi+ffvqbGtZRpqUSqXO/9pff/0lAIjvv/9eKvvyyy+fOrr0qNJGmuzs7HRG7NasWSMAiHXr1j2xvdL+J4X430jN7t27pbKMjAyhUqnEqFGjpLIpU6YIc3NzcfbsWZ37jx07VhgaGpY4UvuoJ400CSHEqlWrdP4HhSj5f0Sj0YhatWrplD3+flAkNze32CjYpUuXhEql0tmXu3bt+sS+CSH/vfHgwYMcXXoKXj1HzyQgIAAODg6oUaMGevToAQsLC6xatQrVqlXTqffot3kA2LhxIwwNDTFs2DCd8lGjRkEIgU2bNumU+/n5wdvbW1p2cXFB165dsXnzZmi1WgghsHLlSnTp0gVCCPz777/STaPRICsrC4cPH9ZpMzQ0VBqZeRoDAwP07t0ba9euxZ07d6TyxYsXo2XLlqhZs6asdkpSt25d+Pr6YvHixVLZrVu3sGnTJvTu3bvYlXV9+/aFpaWltPzee++hatWq2LhxIwAgJSUF586dQ69evXDz5k3pecjJycHbb7+N3bt3SyfqWltbY//+/bh+/XqZ+vzo81ZQUICbN2/C3d0d1tbWxZ5nAPj44491tqNNmzbQarX4+++/ATwcScnPz8fQoUN16j0+OvgsBg0apLPcpk0bXLx4UVqOj4+HlZUV2rdvr7P/eHt7w8LCAjt27HjqY8jdp7KzswFA53UsTWpqKlJSUtCvXz+dkcjGjRujffv20uteHgEBAahdu7ZOm2q1Wud5qSghISGwsbGRlotGMp71sTw9PaW2gIejYPXq1Sv22rZp0wY2NjY6r21AQAC0Wi127979TH0omtLi0feGR/eDrKws/Pvvv2jbti0uXryIrKysp7apUqmk8+G0Wi1u3rwJCwsL1KtXT+d/zNraGteuXcPBgwdLbKc8741UOh6eo2cyZ84c1K1bF0ZGRnB0dES9evWKnfhqZGSE6tWr65T9/fffcHZ2LvahUTTsXvRhWqROnTrFHrtu3bq4d+8ebty4AQMDA2RmZuLHH3/Ejz/+WGJfMzIydJbLGnT69u2L6dOnY9WqVejbty/OnDmD5ORkzJ8/v0ztlNZ2REQE/v77b7i6uiI+Ph4FBQUlHr55/LlQKBRwd3eXLsk+d+4cgIcf4KXJysqCjY0NZsyYgdDQUNSoUQPe3t7o1KkT+vbti1q1aj2xv/fv30dMTAxiY2Pxzz//QAih0/bjXFxcdJaLPjxv374N4H+v9+Pb5uDgoPNBW14mJibFDinZ2NhIjw88fN6ysrJQpUqVEtt4fP8pidx9Sq1WA3j4Ifu0K9KKnpt69eoVW+fh4YHNmzeX++KKx18XoPjzUlGetg9UVLtFbT/+2h49erTUw4pyXtsnuXv3LgDdELx3715ER0cjKSkJ9+7d06mflZUFKyurJ7ZZWFiIb7/9FnPnzsWlS5eg1WqldY+e/vDpp59i27Zt8PHxgbu7OwIDA9GrVy+0atUKAHDjxo0yvzdS6Ria6Jn4+PhIV8+V5tFvTM9L0cjJBx98UGpYePQcFwCyR5mKeHp6wtvbG4sWLULfvn2xaNEiKJVKvP/+++Xr9CN69OiBkSNHYvHixRg3bhwWLVqE5s2bl/hB+TRFz8WXX35Z6mXDRd+M33//fbRp0warVq3Cli1b8OWXX2L69On4/fff0bFjx1IfY+jQoYiNjcWIESPg5+cHKysrKBQK9OjRo8TLzQ0NDUts59Gw9TyV9viPKiwsRJUqVXRG/B4l5zweuftU/fr1AQDHjh3TGSV5VqXN9/XoB+6jXuTr8rweS067hYWFaN++PcaMGVNi3bp16z5TH44fPw4AcHd3B/Dw3M63334b9evXxzfffIMaNWpAqVRi48aNmDlzpqwpGf7f//t/GD9+PD788ENMmTIFtra2MDAwwIgRI3Tu7+HhgTNnzmD9+vVISEjAypUrMXfuXEyYMAGTJk0q13sjlY6hifTC1dUV27Ztw507d3S+nZ0+fVpa/6ii0ZNHnT17FmZmZtKHmaWlJbRaLQICAsrdr6dNMtm3b19ERkYiNTUVS5YsQVBQUIWMhNja2iIoKAiLFy9G7969sXfv3lJPTn38uRBC4Pz589IbX9HhFrVaLeu5qFq1KoYMGYIhQ4YgIyMDzZo1wxdffPHE0LRixQqEhobi66+/lspyc3PLPQFi0et97tw5nVGuGzduyBqJqIjJQWvXro1t27ahVatWZQ7UZdWlSxfExMRg0aJFTw1NRc/NmTNniq07ffo07O3tpVEmGxubEl+Dx0duy0LfE69W1Gt79+7dZ3pvKI1Wq8WSJUtgZmaG1q1bA3h4EUdeXh7Wrl2rMxJW0iHe0rZvxYoV8Pf3x88//6xTnpmZKZ2QX8Tc3BwhISEICQlBfn4+unfvji+++AJRUVFwcHCQ/d6o79f6ZcBzmkgvOnXqBK1Wi9mzZ+uUz5w5EwqFotgHdlJSks5x96tXr2LNmjUIDAyEoaEhDA0NERwcjJUrV0rf+h5148YNWf0q+vAp7cO/Z8+eUCgUGD58OC5evFihcy316dMHJ0+exOjRo2FoaIgePXqUWO/XX3/VOXdixYoVSE1NlZ4zb29v1K5dG1999ZV02OBRRc+FVqstdiitSpUqcHZ2Rl5e3hP7amhoWGyE4Pvvvy91RONpAgICYGxsjO+//16nXblXNRVdrfcss1a///770Gq1mDJlSrF1Dx48qNAZsf38/NChQwcsWLAAq1evLrY+Pz8fn3zyCYCHobZJkyZYuHChTh+OHz+OLVu2oFOnTlJZ7dq1kZWVhaNHj0plqampWLVqVbn7+rT/ieetIh7//fffR1JSEjZv3lxsXWZmJh48eFCudrVaLYYNG4ZTp05h2LBh0mHXotGvxw9bx8bGFmvD3Ny8xG0r6X8sPj4e//zzj07ZzZs3dZaVSiU8PT0hhEBBQUGZ3hv1/Vq/DDjSRHrRpUsX+Pv747PPPsPly5fh5eWFLVu2YM2aNRgxYoTOyakA0LBhQ2g0Gp0pBwBIs0ADDyea27FjB3x9fTFgwAB4enri1q1bOHz4MLZt24Zbt249tV9NmjSBoaEhpk+fjqysLKhUKrz11lvSeS4ODg7o0KED4uPjYW1tLV1eXBGCgoJgZ2eH+Ph4dOzYsdRza2xtbdG6dWv0798f6enpmDVrFtzd3TFgwAAAD09aX7BgATp27IgGDRqgf//+qFatGv755x/s2LEDarUa69atw507d1C9enW899578PLygoWFBbZt24aDBw/qjCCVpHPnzvjtt99gZWUFT09PJCUlYdu2bTrnWpSFg4MDPvnkE8TExKBz587o1KkTjhw5gk2bNhX7Vl0SU1NTeHp6YtmyZahbty5sbW3RsGFDaToKOdq2bYuBAwciJiYGKSkpCAwMhLGxMc6dO4f4+Hh8++23eO+998q1fSX59ddfERgYiO7du6NLly54++23YW5ujnPnzmHp0qVITU3FV199BeDhodaOHTvCz88PYWFh0pQDVlZWmDhxotRmjx498Omnn+Ldd9/FsGHDcO/ePcybNw9169Yt98m+RRdgfPbZZ+jRoweMjY3RpUuXFzZB7dP+J+UYPXo01q5di86dO0vTEeTk5ODYsWNYsWIFLl++/NT9LCsrC4sWLQLwcAqDohnBL1y4gB49euiE7cDAQCiVSnTp0gUDBw7E3bt38dNPP6FKlSpITU3Vadfb2xvz5s3D1KlT4e7ujipVquCtt95C586dMXnyZPTv3x8tW7bEsWPHsHjx4mLnGwYGBsLJyQmtWrWCo6MjTp06hdmzZyMoKEgaxZf73li7dm1YW1tj/vz5sLS0hLm5OXx9fZ/pQpdXzou/YI9eBaVNbvm4ookFS3Lnzh0xcuRI4ezsLIyNjUWdOnWeOrllnTp1hEqlEk2bNi3xEuT09HQRHh4uatSoIYyNjYWTk5N4++23xY8//ijVKbo8PD4+vsR+/fTTT6JWrVrC0NCwxEudiy7xL5p0sqxKu8RYCCGGDBkiAIglS5YUW/foBIpRUVGiSpUqwtTUVAQFBYm///67WP0jR46I7t27Czs7O6FSqYSrq6t4//33RWJiohBCiLy8PDF69Gjh5eUlLC0thbm5ufDy8io2AV9Jbt++Lfr37y/s7e2FhYWF0Gg04vTp08UmoixtPynalkefW61WKyZNmiSqVq1apskti+zbt094e3sLpVJZ4uSWjyvpMnwhhPjxxx+Ft7e3MDU1FZaWlqJRo0ZizJgx4vr161Kd0qYcKG2fKs29e/fEV199Jd544w1hYWEhlEqlqFOnjhg6dKjOVABCCLFt2zbRqlUrYWpqKtRqtejSpUuxyS2FEGLLli2iYcOGQqlUinr16olFixY9cXLLx5X0fBdNOmpgYPBMk1s+7tHX6UlK+58smtzycY+/PkI8fL+JiooS7u7uQqlUCnt7e9GyZUvx1VdflThp7ePt4ZEJHy0sLESdOnXEBx98ILZs2VLifdauXSsaN24sTExMhJubm5g+fbr45Zdfij1/aWlpIigoSFhaWupMbpmbmytGjRol/T+0atVKJCUlFdu2H374Qbz55pvS/3nt2rXF6NGjRVZWlk5/5Lw3CvFwKghPT09hZGTE6QdKoBDiBZ2JSVROCoUC4eHhxQ7l6cuaNWvQrVs37N69u0JP4gWAkSNH4ueff0ZaWlqxCSJ37twJf39/xMfHV+iIBxERycNzmojK6KeffkKtWrWkkz4rSm5uLhYtWoTg4OCX8seOiYhedTyniUimpUuX4ujRo9iwYQO+/fbbCrvSJCMjA9u2bcOKFStw8+ZNDB8+vELaJSKiisXQRCRTz549YWFhgbCwMAwZMqTC2j158iR69+6NKlWq4Lvvvit1biUiItIvvR6emzhxIhQKhc6taNI34OHhivDwcNjZ2cHCwgLBwcFIT0/XaePKlSsICgqCmZkZqlSpgtGjRxe7fHTnzp1o1qwZVCoV3N3dERcXV6wvc+bMgZubG0xMTODr64sDBw48l22mshNCVIrzmYQQuHPnDhYsWAAjo4r7vtGuXTsIIZCeno6IiIin1uP5TERE+qH3c5oaNGiA1NRU6bZnzx5p3ciRI7Fu3TrEx8dj165duH79uvQL5sDDOTKCgoKQn5+Pffv2YeHChYiLi8OECROkOpcuXUJQUBD8/f2RkpKCESNG4KOPPtKZr2PZsmWIjIxEdHQ0Dh8+DC8vL2g0Gk4tT0RERP+jz0v3oqOjhZeXV4nrMjMzhbGxsc4lvKdOnRIARFJSkhBCiI0bNwoDAwORlpYm1Zk3b55Qq9UiLy9PCCHEmDFjiv0CdEhIiNBoNNKyj4+PzqW3Wq1WODs7i5iYmGfeRiIiIno16P2cpnPnzsHZ2RkmJibw8/NDTEwMXFxckJycjIKCAp1p3+vXrw8XFxckJSWhRYsWSEpKQqNGjeDo6CjV0Wg0GDx4ME6cOIGmTZsiKSmp2NTxGo1G+vX0/Px8JCcnIyoqSlpvYGCAgIAAJCUlldrvvLw8nVmTCwsLcevWLdjZ2XEqeiIiopeE+L9TL5ydnZ/6O6l6DU2+vr6Ii4tDvXr1kJqaikmTJqFNmzY4fvw40tLSoFQqi/0CuKOjI9LS0gAAaWlpOoGpaH3RuifVyc7Oxv3793H79m1otdoS6xT9DlpJYmJidGajJiIiopfX1atXUb169SfW0WtoevT3xRo3bgxfX1+4urpi+fLlz/0HM59VVFQUIiMjpeWsrCy4uLjg6tWr0u8PERERUeWWnZ2NGjVq6Px4fGn0fnjuUdbW1qhbty7Onz+P9u3bIz8/H5mZmTqjTenp6XBycgIAODk5FbvKrejqukfrPH7FXXp6OtRqNUxNTaUfey2pTlEbJVGpVFCpVMXK1Wo1QxMREdFLRs6pNXq/eu5Rd+/exYULF1C1alV4e3vD2NgYiYmJ0vozZ87gypUr8PPzA/Dwl8KPHTumc5Xb1q1boVar4enpKdV5tI2iOkVtKJVKeHt769QpLCxEYmKiVIeIiIhIr1fPjRo1SuzcuVNcunRJ7N27VwQEBAh7e3uRkZEhhBBi0KBBwsXFRWzfvl0cOnRI+Pn5CT8/P+n+Dx48EA0bNhSBgYEiJSVFJCQkCAcHBxEVFSXVuXjxojAzMxOjR48Wp06dEnPmzBGGhoYiISFBqrN06VKhUqlEXFycOHnypPj444+FtbW1zlV5T5OVlSUAFPuRRCIiIqq8yvL5rdfDc9euXUPPnj1x8+ZNODg4oHXr1vjzzz/h4OAAAJg5cyYMDAwQHByMvLw8aDQazJ07V7q/oaEh1q9fj8GDB8PPzw/m5uYIDQ3F5MmTpTo1a9bEhg0bMHLkSHz77beoXr06FixYAI1GI9UJCQnBjRs3MGHCBKSlpaFJkyZISEgodnI4ERERvb4UQgih7068CrKzs2FlZYWsrCye00RERPSSKMvnd6U6p4mIiIiosmJoIiIiIpKBoYmIiIhIBoYmIiIiIhkYmoiIiIhkYGgiIiIikoGhiYiIiEgGhiYiIiIiGRiaiIiIiGRgaCIiIiKSgaGJiIiISAaGJiIiIiIZGJqIiIiIZGBoIiIiIpKBoYmIiIhIBoYmIiIiIhkYmoiIiIhkYGgiIiIikoGhiYiIiEgGhiYiIiIiGRiaiIiIiGRgaCIiIiKSgaGJiIiISAaGJiIiIiIZGJqIiIiIZGBoIiIiIpKBoYmIiIhIBoYmIiIiIhkYmoiIiIhkYGgiIiIikoGhiYiIiEgGhiYiIiIiGRiaiIiIiGRgaCIiIiKSgaGJiIiISAaGJiIiIiIZGJqIiIiIZGBoIiIiIpKBoYmIiIhIBoYmIiIiIhkYmoiIiIhkYGgiIiIikoGhiYiIiEgGhiYiIiIiGRiaiIiIiGRgaCIiIiKSgaGJiIiISAaGJiIiIiIZGJqIiIiIZGBoIiIiIpKBoYmIiIhIBoYmIiIiIhkYmoiIiIhkYGgiIiIikoGhiYiIiEgGhiYiIiIiGRiaiIiIiGRgaCIiIiKSgaGJiIiISAaGJiIiIiIZGJqIiIiIZGBoIiIiIpKBoYmIiIhIhkoTmqZNmwaFQoERI0ZIZbm5uQgPD4ednR0sLCwQHByM9PR0nftduXIFQUFBMDMzQ5UqVTB69Gg8ePBAp87OnTvRrFkzqFQquLu7Iy4urtjjz5kzB25ubjAxMYGvry8OHDjwPDaTiIiIXlKVIjQdPHgQP/zwAxo3bqxTPnLkSKxbtw7x8fHYtWsXrl+/ju7du0vrtVotgoKCkJ+fj3379mHhwoWIi4vDhAkTpDqXLl1CUFAQ/P39kZKSghEjRuCjjz7C5s2bpTrLli1DZGQkoqOjcfjwYXh5eUGj0SAjI+P5bzwRERG9HISe3blzR9SpU0ds3bpVtG3bVgwfPlwIIURmZqYwNjYW8fHxUt1Tp04JACIpKUkIIcTGjRuFgYGBSEtLk+rMmzdPqNVqkZeXJ4QQYsyYMaJBgwY6jxkSEiI0Go207OPjI8LDw6VlrVYrnJ2dRUxMjOztyMrKEgBEVlaW/I0nIiIivSrL57feR5rCw8MRFBSEgIAAnfLk5GQUFBTolNevXx8uLi5ISkoCACQlJaFRo0ZwdHSU6mg0GmRnZ+PEiRNSncfb1mg0Uhv5+flITk7WqWNgYICAgACpTkny8vKQnZ2tcyMiIqJXl5E+H3zp0qU4fPgwDh48WGxdWloalEolrK2tdcodHR2RlpYm1Xk0MBWtL1r3pDrZ2dm4f/8+bt++Da1WW2Kd06dPl9r3mJgYTJo0Sd6GEhER0UtPbyNNV69exfDhw7F48WKYmJjoqxvlFhUVhaysLOl29epVfXeJiIiIniO9habk5GRkZGSgWbNmMDIygpGREXbt2oXvvvsORkZGcHR0RH5+PjIzM3Xul56eDicnJwCAk5NTsavpipafVketVsPU1BT29vYwNDQssU5RGyVRqVRQq9U6NyIiInp16S00vf322zh27BhSUlKkW/PmzdG7d2/pb2NjYyQmJkr3OXPmDK5cuQI/Pz8AgJ+fH44dO6ZzldvWrVuhVqvh6ekp1Xm0jaI6RW0olUp4e3vr1CksLERiYqJUh4iIiEhv5zRZWlqiYcOGOmXm5uaws7OTysPCwhAZGQlbW1uo1WoMHToUfn5+aNGiBQAgMDAQnp6e6NOnD2bMmIG0tDR8/vnnCA8Ph0qlAgAMGjQIs2fPxpgxY/Dhhx9i+/btWL58OTZs2CA9bmRkJEJDQ9G8eXP4+Phg1qxZyMnJQf/+/V/Qs0FERESVnV5PBH+amTNnwsDAAMHBwcjLy4NGo8HcuXOl9YaGhli/fj0GDx4MPz8/mJubIzQ0FJMnT5bq1KxZExs2bMDIkSPx7bffonr16liwYAE0Go1UJyQkBDdu3MCECROQlpaGJk2aICEhodjJ4URERPT6UgghhL478SrIzs6GlZUVsrKyeH4TERHRS6Isn996n6eJiIiI6GXA0EREREQkA0MTERERkQwMTUREREQyMDQRERERycDQRERERCQDQxMRERGRDAxNRERERDIwNBERERHJwNBEREREJANDExEREZEMDE1EREREMjA0EREREcnA0EREREQkA0MTERERkQwMTUREREQyMDQRERERycDQRERERCQDQxMRERGRDAxNRERERDIwNBERERHJwNBEREREJANDExEREZEMDE1EREREMjA0EREREcnA0EREREQkA0MTERERkQwMTUREREQyMDQRERERycDQRERERCQDQxMRERGRDAxNRERERDIwNBERERHJwNBEREREJANDExEREZEMDE1EREREMjA0EREREcnA0EREREQkA0MTERERkQwMTUREREQyMDQRERERycDQRERERCQDQxMRERGRDAxNRERERDIwNBERERHJwNBEREREJANDExEREZEMDE1EREREMjA0EREREcnA0EREREQkA0MTERERkQwMTUREREQyMDQRERERycDQRERERCQDQxMRERGRDAxNRERERDIwNBERERHJwNBEREREJANDExEREZEMDE1EREREMjA0EREREcnA0EREREQkA0MTERERkQx6DU3z5s1D48aNoVaroVar4efnh02bNknrc3NzER4eDjs7O1hYWCA4OBjp6ek6bVy5cgVBQUEwMzNDlSpVMHr0aDx48ECnzs6dO9GsWTOoVCq4u7sjLi6uWF/mzJkDNzc3mJiYwNfXFwcOHHgu20xEREQvJ72GpurVq2PatGlITk7GoUOH8NZbb6Fr1644ceIEAGDkyJFYt24d4uPjsWvXLly/fh3du3eX7q/VahEUFIT8/Hzs27cPCxcuRFxcHCZMmCDVuXTpEoKCguDv74+UlBSMGDECH330ETZv3izVWbZsGSIjIxEdHY3Dhw/Dy8sLGo0GGRkZL+7JICIiospNVDI2NjZiwYIFIjMzUxgbG4v4+Hhp3alTpwQAkZSUJIQQYuPGjcLAwECkpaVJdebNmyfUarXIy8sTQggxZswY0aBBA53HCAkJERqNRlr28fER4eHh0rJWqxXOzs4iJiZGdr+zsrIEAJGVlVW2DSYiIiK9Kcvnd6U5p0mr1WLp0qXIycmBn58fkpOTUVBQgICAAKlO/fr14eLigqSkJABAUlISGjVqBEdHR6mORqNBdna2NFqVlJSk00ZRnaI28vPzkZycrFPHwMAAAQEBUp2S5OXlITs7W+dGREREry69h6Zjx47BwsICKpUKgwYNwqpVq+Dp6Ym0tDQolUpYW1vr1Hd0dERaWhoAIC0tTScwFa0vWvekOtnZ2bh//z7+/fdfaLXaEusUtVGSmJgYWFlZSbcaNWqUa/uJiIjo5aD30FSvXj2kpKRg//79GDx4MEJDQ3Hy5El9d+upoqKikJWVJd2uXr2q7y4RERHRc2Sk7w4olUq4u7sDALy9vXHw4EF8++23CAkJQX5+PjIzM3VGm9LT0+Hk5AQAcHJyKnaVW9HVdY/WefyKu/T0dKjVapiamsLQ0BCGhoYl1ilqoyQqlQoqlap8G01EREQvHb2PND2usLAQeXl58Pb2hrGxMRITE6V1Z86cwZUrV+Dn5wcA8PPzw7Fjx3Suctu6dSvUajU8PT2lOo+2UVSnqA2lUglvb2+dOoWFhUhMTJTqEBEREel1pCkqKgodO3aEi4sL7ty5gyVLlmDnzp3YvHkzrKysEBYWhsjISNja2kKtVmPo0KHw8/NDixYtAACBgYHw9PREnz59MGPGDKSlpeHzzz9HeHi4NAo0aNAgzJ49G2PGjMGHH36I7du3Y/ny5diwYYPUj8jISISGhqJ58+bw8fHBrFmzkJOTg/79++vleSEiIqJK6AVczVeqDz/8ULi6ugqlUikcHBzE22+/LbZs2SKtv3//vhgyZIiwsbERZmZm4t133xWpqak6bVy+fFl07NhRmJqaCnt7ezFq1ChRUFCgU2fHjh2iSZMmQqlUilq1aonY2Nhiffn++++Fi4uLUCqVwsfHR/z5559l2hZOOUBERPTyKcvnt0IIIfQd3F4F2dnZsLKyQlZWFtRqtb67Q0RERDKU5fO70p3TRERERFQZMTQRERERycDQRERERCQDQxMRERGRDAxNRERERDIwNBERERHJwNBEREREJANDExEREZEMDE1EREREMjA0EREREcnA0EREREQkA0MTERERkQzlCk21atXCzZs3i5VnZmaiVq1az9wpIiIiosqmXKHp8uXL0Gq1xcrz8vLwzz//PHOniIiIiCobo7JUXrt2rfT35s2bYWVlJS1rtVokJibCzc2twjpHREREVFmUKTR169YNAKBQKBAaGqqzztjYGG5ubvj6668rrHNERERElUWZQlNhYSEAoGbNmjh48CDs7e2fS6eIiIiIKpsyhaYily5dquh+EBEREVVq5QpNAJCYmIjExERkZGRII1BFfvnll2fuGBEREVFlUq7QNGnSJEyePBnNmzdH1apVoVAoKrpfRERERJVKuULT/PnzERcXhz59+lR0f4iIiIgqpXLN05Sfn4+WLVtWdF+IiIiIKq1yhaaPPvoIS5Ysqei+EBEREVVa5To8l5ubix9//BHbtm1D48aNYWxsrLP+m2++qZDOEREREVUW5QpNR48eRZMmTQAAx48f11nHk8KJiIjoVVSu0LRjx46K7gcRERFRpVauc5qIiIiIXjflGmny9/d/4mG47du3l7tDRERERJVRuUJT0flMRQoKCpCSkoLjx48X+yFfIiIioldBuULTzJkzSyyfOHEi7t69+0wdIiIiIqqMKvScpg8++IC/O0dERESvpAoNTUlJSTAxManIJomIiIgqhXIdnuvevbvOshACqampOHToEMaPH18hHSMiIiKqTMoVmqysrHSWDQwMUK9ePUyePBmBgYEV0jEiIiKiyqRcoSk2Nrai+0FERERUqZUrNBVJTk7GqVOnAAANGjRA06ZNK6RTRERERJVNuUJTRkYGevTogZ07d8La2hoAkJmZCX9/fyxduhQODg4V2UciIiIivSvX1XNDhw7FnTt3cOLECdy6dQu3bt3C8ePHkZ2djWHDhlV0H4mIiIj0TiGEEGW9k5WVFbZt24Y33nhDp/zAgQMIDAxEZmZmRfXvpZGdnQ0rKytkZWVBrVbruztEREQkQ1k+v8s10lRYWAhjY+Ni5cbGxigsLCxPk0RERESVWrlC01tvvYXhw4fj+vXrUtk///yDkSNH4u23366wzhERERFVFuUKTbNnz0Z2djbc3NxQu3Zt1K5dGzVr1kR2dja+//77iu4jERERkd6V6+q5GjVq4PDhw9i2bRtOnz4NAPDw8EBAQECFdo6IiIiosijTSNP27dvh6emJ7OxsKBQKtG/fHkOHDsXQoUPxxhtvoEGDBvjjjz+eV1+JiIiI9KZMoWnWrFkYMGBAiWeXW1lZYeDAgfjmm28qrHNERERElUWZQtNff/2FDh06lLo+MDAQycnJz9wpIiIiosqmTKEpPT29xKkGihgZGeHGjRvP3CkiIiKiyqZMoalatWo4fvx4qeuPHj2KqlWrPnOniIiIiCqbMoWmTp06Yfz48cjNzS227v79+4iOjkbnzp0rrHNERERElUWZfkYlPT0dzZo1g6GhISIiIlCvXj0AwOnTpzFnzhxotVocPnwYjo6Oz63DlRV/RoWIiOjlU5bP7zLN0+To6Ih9+/Zh8ODBiIqKQlHeUigU0Gg0mDNnzmsZmIiIiOjVV+bJLV1dXbFx40bcvn0b58+fhxACderUgY2NzfPoHxEREVGlUK4ZwQHAxsYGb7zxRkX2hYiIiKjSKtdvzxE9ze7du9GlSxc4OztDoVBg9erVOuvT09PRr18/ODs7w8zMDB06dMC5c+dKbEsIgY4dO5bYzpUrVxAUFAQzMzNUqVIFo0ePxoMHD3TqLF68GF5eXjAzM0PVqlXx4Ycf4ubNmxW5uURE9BpgaKLnIicnB15eXpgzZ06xdUIIdOvWDRcvXsSaNWtw5MgRuLq6IiAgADk5OcXqz5o1CwqFoli5VqtFUFAQ8vPzsW/fPixcuBBxcXGYMGGCVGfv3r3o27cvwsLCcOLECcTHx+PAgQMYMGBAxW4wERG9+gRViKysLAFAZGVl6bsrlQ4AsWrVKmn5zJkzAoA4fvy4VKbVaoWDg4P46aefdO575MgRUa1aNZGamlqsnY0bNwoDAwORlpYmlc2bN0+o1WqRl5cnhBDiyy+/FLVq1dJp87vvvhPVqlWrwC0kIqKXVVk+vznSRC9cXl4eAMDExEQqMzAwgEqlwp49e6Sye/fuoVevXpgzZw6cnJyKtZOUlIRGjRrpXLGp0WiQnZ2NEydOAAD8/Pxw9epVbNy4EUIIpKenY8WKFejUqdPz2jwiInpFMTTRC1e/fn24uLggKioKt2/fRn5+PqZPn45r164hNTVVqjdy5Ei0bNkSXbt2LbGdtLS0YlNcFC2npaUBAFq1aoXFixcjJCQESqUSTk5OsLKyKvGwIRER0ZMwNNELZ2xsjN9//x1nz56Fra0tzMzMsGPHDnTs2BEGBg93ybVr12L79u2YNWvWMz3WyZMnMXz4cEyYMAHJyclISEjA5cuXMWjQoArYEiIiep2Ue8oBomfh7e2NlJQUZGVlIT8/Hw4ODvD19UXz5s0BANu3b8eFCxdgbW2tc7/g4GC0adMGO3fuhJOTEw4cOKCzPj09HQCkw3kxMTFo1aoVRo8eDQBo3LgxzM3N0aZNG0ydOpW/lUhERLJxpIn0ysrKCg4ODjh37hwOHTokHYobO3Ysjh49ipSUFOkGADNnzkRsbCyAh+crHTt2DBkZGVJ7W7duhVqthqenJ4CH50UVjV4VMTQ0BABpRnsiIiI5ONJEz8Xdu3dx/vx5afnSpUtISUmBra0tXFxcEB8fDwcHB7i4uODYsWMYPnw4unXrhsDAQAAPR4pKOvnbxcUFNWvWBAAEBgbC09MTffr0wYwZM5CWlobPP/8c4eHhUKlUAIAuXbpgwIABmDdvHjQaDVJTUzFixAj4+PjA2dn5BTwTRET0qmBooufi0KFD8Pf3l5YjIyMBAKGhoYiLi0NqaioiIyORnp6OqlWrom/fvhg/fnyZHsPQ0BDr16/H4MGD4efnB3Nzc4SGhmLy5MlSnX79+uHOnTuYPXs2Ro0aBWtra7z11luYPn16xWwoERG9Pp77BAhP8P/+3/8TzZs3FxYWFsLBwUF07dpVnD59WqfO/fv3xZAhQ4Stra0wNzcX3bt315mXRwgh/v77b9GpUydhamoqHBwcxCeffCIKCgp06uzYsUM0bdpUKJVKUbt2bREbG1usP7Nnzxaurq5CpVIJHx8fsX//ftnbwnmaiIiIXj4vzTxNu3btQnh4OP78809s3boVBQUFCAwM1JkVeuTIkVi3bh3i4+Oxa9cuXL9+Hd27d5fWy5kV+tKlSwgKCoK/vz9SUlIwYsQIfPTRR9i8ebNUZ9myZYiMjER0dDQOHz4MLy8vaDQanfNliIiI6DX2AkKcbBkZGQKA2LVrlxBCiMzMTGFsbCzi4+OlOqdOnRIARFJSkhBC3qzQY8aMEQ0aNNB5rJCQEKHRaKRlHx8fER4eLi1rtVrh7OwsYmJiZPWdI01EREQvn5dmpOlxWVlZAABbW1sAQHJyMgoKChAQECDVKZoYMSkpCYC8WaGTkpJ02iiqU9RGfn4+kpOTdeoYGBggICBAqvO4vLw8ZGdn69yIiIjo1VVpQlNhYSFGjBiBVq1aoWHDhgAezuqsVCqLzdXj6OgozfgsZ1bo0upkZ2fj/v37+Pfff6HVakusU9TG42JiYmBlZSXdatSoUb4NJyIiopdCpQlN4eHhOH78OJYuXarvrsgSFRWFrKws6Xb16lV9d4mIiIieo0ox5UBERATWr1+P3bt3o3r16lK5k5MT8vPzkZmZqTPalJ6eLs3hI2dWaCcnJ6ns0TpqtRqmpqYwNDSEoaFhiXVKmisIAFQqlTQXEBEREb369DrSJIRAREQEVq1ahe3bt0uTFhbx9vaGsbExEhMTpbIzZ87gypUr8PPzAyBvVmg/Pz+dNorqFLWhVCrh7e2tU6ewsBCJiYlSHSIiInq96XWkKTw8HEuWLMGaNWtgaWkpnT9kZWUFU1NTWFlZISwsDJGRkbC1tYVarcbQoUPh5+eHFi1aAJA3K/SgQYMwe/ZsjBkzBh9++CG2b9+O5cuXY8OGDVJfIiMjERoaiubNm8PHxwezZs1CTk4O+vfv/+KfmBK4jd3w9Er0Srs8LUjfXSAieq3pdaRp3rx5yMrKQrt27VC1alXptmzZMqnOzJkz0blzZwQHB+PNN9+Ek5MTfv/9d2l90azQhoaG8PPzwwcffIC+ffvqzApds2ZNbNiwAVu3boWXlxe+/vprLFiwABqNRqoTEhKCr776ChMmTECTJk2QkpKChISEYieHE9HLYffu3ejSpQucnZ2hUCiwevXqYnVOnTqFd955B1ZWVjA3N8cbb7yBK1euSOvT0tLQp08fODk5wdzcHM2aNcPKlStLfLy8vDw0adIECoVC+q3EIps3b0aLFi1gaWkJBwcHBAcH4/LlyxW4tUT0IiiE4K+WVoTs7GxYWVkhKysLarW6wtvnSBNxpKlsNm3ahL1798Lb2xvdu3fHqlWr0K1bN2n9hQsX4OPjg7CwMPTs2RNqtRonTpxAixYtUKVKFQAPR7IzMzMxe/Zs2NvbY8mSJYiOjsahQ4fQtGlTnccbPnw4zp07h02bNuHIkSNo0qQJgIeT63p4eCAyMhJhYWHIysrCyJEjcefOHRw+fPhFPR1EVIqyfH5XihPBiYgqWseOHdGxY8dS13/22Wfo1KkTZsyYIZXVrl1bp86+ffswb948+Pj4AAA+//xzzJw5E8nJyTqhadOmTdiyZQtWrlyJTZs26bSRnJwMrVaLqVOnwsDg4eD+J598gq5du6KgoADGxsbPvK1E9GJUmikHiIhelMLCQmzYsAF169aFRqNBlSpV4OvrW+wQXsuWLbFs2TLcunULhYWFWLp0KXJzc9GuXTupTnp6OgYMGIDffvsNZmZmxR7L29sbBgYGiI2NhVarRVZWFn777TcEBAQwMBG9ZBiaiOi1k5GRgbt372LatGno0KEDtmzZgnfffRfdu3fHrl27pHrLly9HQUEB7OzsoFKpMHDgQKxatQru7u4AHl4B3K9fPwwaNAjNmzcv8bFq1qyJLVu2YNy4cVCpVLC2tsa1a9ewfPnyF7KtRFRxGJqI6LVTWFgIAOjatStGjhyJJk2aYOzYsejcuTPmz58v1Rs/fjwyMzOxbds2HDp0CJGRkXj//fdx7NgxAMD333+PO3fuICoqqtTHSktLw4ABAxAaGoqDBw9i165dUCqVeO+998BTSoleLjyniYheO/b29jAyMpLmcivi4eGBPXv2AHh4ovjs2bNx/PhxNGjQAADg5eWFP/74A3PmzMH8+fOxfft2JCUlFZvotnnz5ujduzcWLlyIOXPmwMrKSufcqUWLFqFGjRrYv3+/NH0KEVV+DE1E9NpRKpV44403cObMGZ3ys2fPwtXVFQBw7949AJBO3i5iaGgojVR99913mDp1qrTu+vXr0Gg0WLZsGXx9faV2SmoD+N+IFxG9HBiaiOiVdPfuXZw/f15avnTpElJSUmBrawsXFxeMHj0aISEhePPNN+Hv74+EhASsW7cOO3fuBADUr18f7u7uGDhwIL766ivY2dlh9erV2Lp1K9avXw8AcHFx0XlMCwsLAA+vwiv6SaigoCDMnDkTkydPRs+ePXHnzh2MGzcOrq6uxaYtIKLKjec0EdErqWgupaJgEhkZiaZNm2LChAkAgHfffRfz58/HjBkz0KhRIyxYsAArV65E69atAQDGxsbYuHEjHBwc0KVLFzRu3Bi//vorFi5ciE6dOsnux1tvvYUlS5Zg9erVaNq0KTp06ACVSoWEhASYmppW/IYT0XPDyS0rCCe3pOeNk1sSEVW8snx+c6SJiIiISAaGJiIiIiIZGJqIiIiIZGBoIiIiIpKBoYmIiIhIBoYmIiIiIhkYmoiIiIhk4IzgRCQL5wojzhVGrzuONBERERHJwNBEREREJANDExEREZEMDE1EREREMjA0EREREcnA0EREREQkA0MTERERkQwMTUREREQyMDQRERERycDQRERERCQDQxMRERGRDAxNRERERDIwNBERERHJwNBEREREJANDExEREZEMDE1EREREMjA0EREREcnA0EREREQkA0MTERERkQwMTUREREQyMDQRERERycDQRERERCQDQxMRERGRDAxNRERERDIwNBERERHJwNBEREREJANDExEREZEMDE1EREREMjA0EREREcnA0EREREQkA0MTERERkQwMTUREREQyMDQRERERycDQRERERCQDQxMRERGRDAxNRERERDIwNBERERHJwNBEREREJANDExEREZEMDE1EREREMjA0EREREcnA0EREREQkA0MTERERkQwMTUREREQyMDQRERERycDQRERERCSDXkPT7t270aVLFzg7O0OhUGD16tU664UQmDBhAqpWrQpTU1MEBATg3LlzOnVu3bqF3r17Q61Ww9raGmFhYbh7965OnaNHj6JNmzYwMTFBjRo1MGPGjGJ9iY+PR/369WFiYoJGjRph48aNFb69RERE9PLSa2jKycmBl5cX5syZU+L6GTNm4LvvvsP8+fOxf/9+mJubQ6PRIDc3V6rTu3dvnDhxAlu3bsX69euxe/dufPzxx9L67OxsBAYGwtXVFcnJyfjyyy8xceJE/Pjjj1Kdffv2oWfPnggLC8ORI0fQrVs3dOvWDcePH39+G09EREQvFYUQQui7EwCgUCiwatUqdOvWDcDDUSZnZ2eMGjUKn3zyCQAgKysLjo6OiIuLQ48ePXDq1Cl4enri4MGDaN68OQAgISEBnTp1wrVr1+Ds7Ix58+bhs88+Q1paGpRKJQBg7NixWL16NU6fPg0ACAkJQU5ODtavXy/1p0WLFmjSpAnmz58vq//Z2dmwsrJCVlYW1Gp1RT0tErexGyq8TXq5XJ4WpNfH5z5I+t4HiZ6Hsnx+V9pzmi5duoS0tDQEBARIZVZWVvD19UVSUhIAICkpCdbW1lJgAoCAgAAYGBhg//79Up0333xTCkwAoNFocObMGdy+fVuq8+jjFNUpepyS5OXlITs7W+dGREREr65KG5rS0tIAAI6Ojjrljo6O0rq0tDRUqVJFZ72RkRFsbW116pTUxqOPUVqdovUliYmJgZWVlXSrUaNGWTeRiIiIXiKVNjRVdlFRUcjKypJuV69e1XeXiIiI6DmqtKHJyckJAJCenq5Tnp6eLq1zcnJCRkaGzvoHDx7g1q1bOnVKauPRxyitTtH6kqhUKqjVap0bERERvboqbWiqWbMmnJyckJiYKJVlZ2dj//798PPzAwD4+fkhMzMTycnJUp3t27ejsLAQvr6+Up3du3ejoKBAqrN161bUq1cPNjY2Up1HH6eoTtHjEBEREek1NN29excpKSlISUkB8PDk75SUFFy5cgUKhQIjRozA1KlTsXbtWhw7dgx9+/aFs7OzdIWdh4cHOnTogAEDBuDAgQPYu3cvIiIi0KNHDzg7OwMAevXqBaVSibCwMJw4cQLLli3Dt99+i8jISKkfw4cPR0JCAr7++mucPn0aEydOxKFDhxAREfGinxIiIiKqpIz0+eCHDh2Cv7+/tFwUZEJDQxEXF4cxY8YgJycHH3/8MTIzM9G6dWskJCTAxMREus/ixYsRERGBt99+GwYGBggODsZ3330nrbeyssKWLVsQHh4Ob29v2NvbY8KECTpzObVs2RJLlizB559/jnHjxqFOnTpYvXo1GjZs+AKeBSIiInoZVJp5ml52nKeJnjd9z5HDfZD0vQ8SPQ+vxDxNRERERJUJQxMRERGRDAxNRERERDIwNBERERHJwNBEREREJANDExEREZEMDE1EREREMjA0EREREcnA0EREREQkA0MTERERkQwMTUREREQyMDQRERERycDQRERERCQDQxMRERGRDAxNRERERDIwNBERERHJwNBEREREJANDExEREZEMDE1EREREMjA0EREREcnA0EREREQkA0MTERERkQwMTUREREQyMDQRERERycDQRERERCQDQxMRERGRDAxNRERERDIwNBERERHJwNBEREREJANDExEREZEMDE1EREREMjA0EREREcnA0EREREQkA0MTERERkQwMTUREREQyMDQRERERycDQRERERCQDQxMRERGRDAxNRERERDIwNBERERHJwNBEREREJANDExEREZEMDE1ERER6oNVqMX78eNSsWROmpqaoXbs2pkyZAiGEVOf3339HYGAg7OzsoFAokJKSUqyd3NxchIeHw87ODhYWFggODkZ6evoL3JLXB0MTERGRHkyfPh3z5s3D7NmzcerUKUyfPh0zZszA999/L9XJyclB69atMX369FLbGTlyJNatW4f4+Hjs2rUL169fR/fu3V/EJrx2jPTdASIiotfRvn370LVrVwQFBQEA3Nzc8N///hcHDhyQ6vTp0wcAcPny5RLbyMrKws8//4wlS5bgrbfeAgDExsbCw8MDf/75J1q0aPF8N+I1w5EmIiIiPWjZsiUSExNx9uxZAMBff/2FPXv2oGPHjrLbSE5ORkFBAQICAqSy+vXrw8XFBUlJSRXe59cdR5qIiIj0YOzYscjOzkb9+vVhaGgIrVaLL774Ar1795bdRlpaGpRKJaytrXXKHR0dkZaWVsE9JoYmIiIiPVi+fDkWL16MJUuWoEGDBkhJScGIESPg7OyM0NBQfXePSsDQREREpAejR4/G2LFj0aNHDwBAo0aN8PfffyMmJkZ2aHJyckJ+fj4yMzN1RpvS09Ph5OT0PLr9WuM5TURERHpw7949GBjofgwbGhqisLBQdhve3t4wNjZGYmKiVHbmzBlcuXIFfn5+FdZXeogjTURERHrQpUsXfPHFF3BxcUGDBg1w5MgRfPPNN/jwww+lOrdu3cKVK1dw/fp1AA8DEfBwhMnJyQlWVlYICwtDZGQkbG1toVarMXToUPj5+fHKueeAoYmIiEgPvv/+e4wfPx5DhgxBRkYGnJ2dMXDgQEyYMEGqs3btWvTv319aLjqUFx0djYkTJwIAZs6cCQMDAwQHByMvLw8ajQZz5859odvyulCIR6cepXLLzs6GlZUVsrKyoFarK7x9t7EbKrxNerlcnhak18fnPkj63geJnoeyfH7znCYiIiIiGRiaiIiIiGRgaCIiIiKSgaGJiIiISAaGJiIiIiIZGJqIiIiIZGBoIiIiIpKBoYmIiIhIBs4ITkRELwVOsEr6nmCVI02PmTNnDtzc3GBiYgJfX18cOHBA310iIiKiSoCh6RHLli1DZGQkoqOjcfjwYXh5eUGj0SAjI0PfXSMiIiI9Y2h6xDfffIMBAwagf//+8PT0xPz582FmZoZffvlF310jIiIiPWNo+j/5+flITk5GQECAVGZgYICAgAAkJSXpsWdERERUGfBE8P/z77//QqvVwtHRUafc0dERp0+fLlY/Ly8PeXl50nJWVhaAh7+W/DwU5t17Lu3Sy+N57VtycR8k7oOkb89jHyxqUwjx1LoMTeUUExODSZMmFSuvUaOGHnpDrwOrWfruAb3uuA+Svj3PffDOnTuwsrJ6Yh2Gpv9jb28PQ0NDpKen65Snp6fDycmpWP2oqChERkZKy4WFhbh16xbs7OygUCiee39fJ9nZ2ahRowauXr0KtVqt7+7Qa4j7IOkb98HnRwiBO3fuwNnZ+al1GZr+j1KphLe3NxITE9GtWzcAD4NQYmIiIiIiitVXqVRQqVQ6ZdbW1i+gp68vtVrNNwvSK+6DpG/cB5+Pp40wFWFoekRkZCRCQ0PRvHlz+Pj4YNasWcjJyUH//v313TUiIiLSM4amR4SEhODGjRuYMGEC0tLS0KRJEyQkJBQ7OZyIiIhePwxNj4mIiCjxcBzpj0qlQnR0dLHDoUQvCvdB0jfug5WDQsi5xo6IiIjoNcfJLYmIiIhkYGgiIiIikoGhiYiIiEgGhiaSpV27dhgxYkSFtztx4kQ0adKkwtulV5ubmxtmzZql727Qa0KhUGD16tX67oakX79+0nyC9GIxNL1C+vXrB4VCUezWoUMH2W3s3LkTCoUCmZmZOuW///47pkyZUsE9fjn8/fffMDU1xd27dyukvcuXL0OhUCAlJaVC2nuZPbrPKpVKuLu7Y/LkyXjw4MET73fw4EF8/PHHFdYPviavrxs3bmDw4MFwcXGBSqWCk5MTNBoN9u7dq++uUSXEKQdeMR06dEBsbKxOWUVcompra/vE9fn5+VAqlc/8OJXRmjVr4O/vDwsLC3135ZVUtM/m5eVh48aNCA8Ph7GxMaKioorVLdrPHBwc9NDT8nmV/zdeBcHBwcjPz8fChQtRq1YtpKenIzExETdv3nyuj/si9wutVguFQgEDA46TPCs+g6+Yom9Kj95sbGyk9QqFAgsWLMC7774LMzMz1KlTB2vXrgXw8Nu2v78/AMDGxgYKhQL9+vUDUPzwnJubG6ZMmYK+fftCrVZL3/r37NmDNm3awNTUFDVq1MCwYcOQk5Pz1H7/9ttvcHNzg5WVFXr06IE7d+5I6/Ly8jBs2DBUqVIFJiYmaN26NQ4ePCitLxod27x5M5o2bQpTU1O89dZbyMjIwKZNm+Dh4QG1Wo1evXrh3r3//Up6YWEhYmJiULNmTZiamsLLywsrVqwo1rc1a9bgnXfeAfBwhKN9+/awt7eHlZUV2rZti8OHD+vUVygUmDdvHjp27AhTU1PUqlVLp92aNWsCAJo2bQqFQoF27do99fl5lRXts66urhg8eDACAgKkfbLoMMQXX3wBZ2dn1KtXD4Du4blevXohJCREp82CggLY29vj119/BQAkJCSgdevWsLa2hp2dHTp37owLFy5I9Z/0mixYsAAeHh4wMTFB/fr1MXfu3CduT7t27RAREYERI0bA3t4eGo0GALBr1y74+PhApVKhatWqGDt2rM6I2vPaz6l0mZmZ+OOPPzB9+nT4+/vD1dUVPj4+iIqKkv7ni/z7778lvm8CD0NJWFiY9F5Sr149fPvttzr3L21fvnr1Kt5//31YW1vD1tYWXbt2xeXLl3XajoyMlPbdMWPG4GkzBcXFxcHa2hpr166Fp6cnVCoVrly5gtu3b6Nv376wsbGBmZkZOnbsiHPnzuncd+XKlWjQoAFUKhXc3Nzw9ddf66x3c3PD1KlT0bdvX1hYWMDV1RVr167FjRs30LVrV1hYWKBx48Y4dOiQ7NfhpSLolREaGiq6du36xDoARPXq1cWSJUvEuXPnxLBhw4SFhYW4efOmePDggVi5cqUAIM6cOSNSU1NFZmamEEKItm3biuHDh0vtuLq6CrVaLb766itx/vx56WZubi5mzpwpzp49K/bu3SuaNm0q+vXrV2p/oqOjhYWFhejevbs4duyY2L17t3BychLjxo2T6gwbNkw4OzuLjRs3ihMnTojQ0FBhY2Mjbt68KYQQYseOHQKAaNGihdizZ484fPiwcHd3F23bthWBgYHi8OHDYvfu3cLOzk5MmzZNanfq1Kmifv36IiEhQVy4cEHExsYKlUoldu7cKdW5ffu2UCqV4p9//hFCCJGYmCh+++03cerUKXHy5EkRFhYmHB0dRXZ2ts5zbGdnJ3766Sdx5swZ8fnnnwtDQ0Nx8uRJIYQQBw4cEADEtm3bRGpqqrQdr6OS9tl33nlHNGvWTFpvYWEh+vTpI44fPy6OHz8uhHi4/82cOVMIIcT69euFqampuHPnjtTGunXrhKmpqfS6rFixQqxcuVKcO3dOHDlyRHTp0kU0atRIaLVaIUTpr8miRYtE1apVxcqVK8XFixfFypUrha2trYiLiyt1m9q2bSssLCzE6NGjxenTp8Xp06fFtWvXhJmZmRgyZIg4deqUWLVqlbC3txfR0dHS/Z7Xfk6lKygoEBYWFmLEiBEiNze31HpPet8UQoj8/HwxYcIEcfDgQXHx4kWxaNEiYWZmJpYtWya1UdK+nJ+fLzw8PMSHH34ojh49Kk6ePCl69eol6tWrJ/Ly8oQQQkyfPl3Y2NiIlStXSu85lpaWT3yvj42NFcbGxqJly5Zi79694vTp0yInJ0e88847wsPDQ+zevVukpKQIjUYj3N3dRX5+vhBCiEOHDgkDAwMxefJkcebMGREbGytMTU1FbGys1Larq6uwtbUV8+fPF2fPnhWDBw8WarVadOjQQSxfvlycOXNGdOvWTXh4eIjCwsJneHUqJ4amV0hoaKgwNDQU5ubmOrcvvvhCqgNAfP7559Ly3bt3BQCxadMmIcT/3phv376t03ZJoalbt246dcLCwsTHH3+sU/bHH38IAwMDcf/+/RL7HB0dLczMzHRCx+jRo4Wvr6/UP2NjY7F48WJpfX5+vnB2dhYzZszQ6fO2bdukOjExMQKAuHDhglQ2cOBAodFohBBC5ObmCjMzM7Fv375i29CzZ09pefHixaJ58+Yl9l0IIbRarbC0tBTr1q2TygCIQYMG6dTz9fUVgwcPFkIIcenSJQFAHDlypNR2XxePhqbCwkKxdetWoVKpxCeffCKtd3R0lD5AijwamgoKCoS9vb349ddfpfU9e/YUISEhpT7ujRs3BABx7NgxIUTpr0nt2rXFkiVLdMqmTJki/Pz8Sm27bdu2omnTpjpl48aNE/Xq1dP5EJkzZ46wsLAQWq32ue3n9HQrVqwQNjY2wsTERLRs2VJERUWJv/76S6fO0943SxIeHi6Cg4Ol5ZL25d9++63YfpGXlydMTU3F5s2bhRBCVK1aVdoHhHi4v1evXv2poQmASElJkcrOnj0rAIi9e/dKZf/++68wNTUVy5cvF0II0atXL9G+fXudtkaPHi08PT2lZVdXV/HBBx9Iy6mpqQKAGD9+vFSWlJQkAIjU1NRS+/iy4uG5V4y/vz9SUlJ0boMGDdKp07hxY+lvc3NzqNVqZGRklPmxmjdvrrP8119/IS4uDhYWFtJNo9GgsLAQly5dKrUdNzc3WFpaSstVq1aV+nPhwgUUFBSgVatW0npjY2P4+Pjg1KlTpW6Xo6MjzMzMUKtWLZ2yonbPnz+Pe/fuoX379jr9/fXXX3UO2zx6aA4A0tPTMWDAANSpUwdWVlZQq9W4e/curly5otMXPz+/YsuP95ceWr9+PSwsLGBiYoKOHTsiJCQEEydOlNY3atToied+GBkZ4f3338fixYsBADk5OVizZg169+4t1Tl37hx69uyJWrVqQa1Ww83NDQCKvW6PysnJwYULFxAWFqazj0ydOlVnHymJt7e3zvKpU6fg5+cHhUIhlbVq1Qp3797FtWvXntt+Tk8XHByM69evY+3atejQoQN27tyJZs2aIS4uTqfe094358yZA29vbzg4OMDCwgI//vhjsf3r8X35r7/+wvnz52FpaSntX7a2tsjNzcWFCxeQlZWF1NRU+Pr6SvcxMjIq9t5bEqVSqdPnU6dOwcjISKctOzs71KtXT9rHTp06pbMPAg/303PnzkGr1Zb4XBT9NmujRo2Klb2K+yFPBH/FmJubw93d/Yl1jI2NdZYVCgUKCwvL9ViPunv3LgYOHIhhw4YVq+vi4vLc+/NoOwqF4ontFl0Jt2HDBlSrVk2nXtGJ8/n5+UhISMC4ceOkdaGhobh58ya+/fZbuLq6QqVSwc/PD/n5+WXuLz3k7++PefPmQalUwtnZGUZGum9Lj+9nJenduzfatm2LjIwMbN26FaampjpXjXbp0gWurq746aef4OzsjMLCQjRs2PCJr1vRPvLTTz/pfNAAgKGh4RP7I6fP5VWW/ZzkMTExQfv27dG+fXuMHz8eH330EaKjo6VzOoEnv08tXboUn3zyCb7++mv4+fnB0tISX375Jfbv369zn5LeM729vaXA/6hnvdjB1NRUJ6RXpMf3wdLKXsX9kKGJdBR9C3r0W4VczZo1w8mTJ58a2sqidu3aUCqV2Lt3L1xdXQE8PMn34MGDzzRv1KMnR7Zt27bEOjt37oSNjQ28vLyksr1792Lu3Lno1KkTgIcncf7777/F7vvnn3+ib9++OstNmzYF8GzP8atITtB/mpYtW6JGjRpYtmwZNm3ahP/85z/Sm/jNmzdx5swZ/PTTT2jTpg2AhxcsPKqk18TR0RHOzs64ePGizqhVeXh4eGDlypUQQkgfKHv37oWlpSWqV68OOzu757KfU/l4enqWaV6mvXv3omXLlhgyZIhU9rTRSODhe+ayZctQpUoVqNXqEutUrVoV+/fvx5tvvgkAePDgAZKTk9GsWTPZ/QMe7oMPHjzA/v370bJlSwD/+9/w9PSU6jw+1cLevXtRt27dp35ReF0wNL1i8vLykJaWplNmZGQEe3t7Wfd3dXWFQqHA+vXr0alTJ5iamsq+1P7TTz9FixYtEBERgY8++gjm5uY4efIktm7ditmzZ5d5W4CHH6iDBw/G6NGjYWtrCxcXF8yYMQP37t1DWFhYudoEAEtLS3zyyScYOXIkCgsL0bp1a2RlZWHv3r1Qq9UIDQ3F2rVri11BU6dOHfz2229o3rw5srOzMXr0aJiamhZrPz4+Hs2bN0fr1q2xePFiHDhwAD///DMAoEqVKjA1NUVCQgKqV68OExMTWFlZlXtb6KFevXph/vz5OHv2LHbs2CGV29jYwM7ODj/++COqVq2KK1euYOzYsTr3Le01mTRpEoYNGwYrKyt06NABeXl5OHToEG7fvo3IyEjZfRsyZAhmzZqFoUOHIiIiAmfOnEF0dDQiIyNhYGDw3PZzerKbN2/iP//5Dz788EM0btwYlpaWOHToEGbMmIGuXbvKbqdOnTr49ddfsXnzZtSsWRO//fYbDh48KF2VWZrevXvjyy+/RNeuXTF58mRUr14df//9N37//XeMGTMG1atXx/DhwzFt2jTUqVMH9evXxzfffFNsHj25fezatSsGDBiAH374AZaWlhg7diyqVasmbeuoUaPwxhtvYMqUKQgJCUFSUhJmz5791CtGXyc8p+kVk5CQgKpVq+rcWrduLfv+1apVw6RJkzB27Fg4OjoiIiJC9n0bN26MXbt24ezZs2jTpg2aNm2KCRMmwNnZuTybIpk2bRqCg4PRp08fNGvWDOfPn8fmzZt1plIojylTpmD8+PGIiYmBh4cHOnTogA0bNkhvdCWFpp9//hm3b99Gs2bN0KdPH+kS8cdNmjQJS5cuRePGjfHrr7/iv//9r/RtzsjICN999x1++OEHODs7l+nNmUrXu3dvnDx5EtWqVdM5L8PAwABLly5FcnIyGjZsiJEjR+LLL7/UuW9pr8lHH32EBQsWIDY2Fo0aNULbtm0RFxf31A/Dx1WrVg0bN27EgQMH4OXlhUGDBiEsLAyff/65VOd57edUOgsLC/j6+mLmzJl488030bBhQ4wfPx4DBgwo0xe9gQMHonv37ggJCYGvry9u3rypM+pUGjMzM+zevRsuLi7o3r07PDw8EBYWhtzcXGnkadSoUejTpw9CQ0OlQ3/vvvtuubY3NjYW3t7e6Ny5M/z8/CCEwMaNG6VR2WbNmmH58uVYunQpGjZsiAkTJmDy5Mk6hylfdwohnjLhA9Fr6PDhw3jrrbdw48aNYucyPI1CocCqVav4MwdERK8YjjQRleDBgwf4/vvvyxyYiIjo1cVzmohK4OPjAx8fH313g4iIKhGGJqIKxiPeRESvJh6eIyIiIpKBoYmIiIhIBoYmIiIiIhkYmoiIiIhkYGgiIiIikoGhiYgqnX79+kGhUEg/SFuzZk2MGTMGubm5+u6ajsuXL0v9LO0WFxen724SUQXhlANEVCl16NABsbGxKCgoQHJyMkJDQ6FQKDB9+nR9d01So0YNpKamSstfffUVEhISsG3bNqmMvytI9OrgSBMRVUoqlQpOTk6oUaMGunXrhoCAAGzdulVan5eXJ/32n4mJCVq3bo2DBw/qtLFr1y74+PhApVKhatWqGDt2LB48eCCtb9euHYYOHYoRI0bAxsYGjo6O+Omnn5CTk4P+/fvD0tIS7u7u2LRpU4l9NDQ0hJOTk3SzsLCAkZERnJyckJubC2dnZ5w4cULnPrNmzYKrqysKCwuxc+dOKBQKbNiwAY0bN4aJiQlatGiB48eP69xnz549aNOmDUxNTVGjRg0MGzYMOTk5z/oUE1EZMTQRUaV3/Phx7Nu3D0qlUiobM2YMVq5ciYULF+Lw4cNwd3eHRqPBrVu3AAD//PMPOnXqhDfeeAN//fUX5s2bh59//hlTp07VaXvhwoWwt7fHgQMHMHToUAwePBj/+c9/0LJlSxw+fBiBgYHo06cP7t27V6Y+u7m5ISAgALGxsTrlsbGx6NevHwwM/vf2O3r0aHz99dc4ePAgHBwc0KVLFxQUFAAALly4gA4dOiA4OBhHjx7FsmXLsGfPnjL9mDYRVRBBRFTJhIaGCkNDQ2Fubi5UKpUAIAwMDMSKFSuEEELcvXtXGBsbi8WLF0v3yc/PF87OzmLGjBlCCCHGjRsn6tWrJwoLC6U6c+bMERYWFkKr1QohhGjbtq1o3bq1tP7BgwfC3Nxc9OnTRypLTU0VAERSUtJT+x0dHS28vLyk5WXLlgkbGxuRm5srhBAiOTlZKBQKcenSJSGEEDt27BAAxNKlS6X73Lx5U5iamoply5YJIYQICwsTH3/8sc7j/PHHH8LAwEDcv3//qX0ioorDkSYiqpT8/f2RkpKC/fv3IzQ0FP3790dwcDCAh6MvBQUFaNWqlVTf2NgYPj4+OHXqFADg1KlT8PPzg0KhkOq0atUKd+/exbVr16Syxo0bS38bGhrCzs4OjRo1ksocHR0BABkZGWXehm7dusHQ0BCrVq0CAMTFxcHf3x9ubm469fz8/KS/bW1tUa9ePWk7/vrrL8TFxcHCwkK6aTQaFBYW4tKlS2XuExGVH0MTEVVK5ubmcHd3h5eXF3755Rfs378fP//8c4U/jrGxsc5y0RV7jy4DQGFhYZnbViqV6Nu3L2JjY5Gfn48lS5bgww8/LFMbd+/excCBA5GSkiLd/vrrL5w7dw61a9cuc5+IqPwYmoio0jMwMMC4cePw+eef4/79+6hduzaUSiX27t0r1SkoKMDBgwfh6ekJAPDw8EBSUpLODyjv3bsXlpaWqF69+gvr+0cffYRt27Zh7ty5ePDgAbp3716szp9//in9ffv2bZw9exYeHh4AgGbNmuHkyZNwd3cvdnv0HC8iev4YmojopfCf//wHhoaGmDNnDszNzTF48GCMHj0aCQkJOHnyJAYMGIB79+4hLCwMADBkyBBcvXoVQ4cOxenTp7FmzRpER0cjMjJS5yTs583DwwMtWrTAp59+ip49e8LU1LRYncmTJyMxMRHHjx9Hv379YG9vj27dugEAPv30U+zbtw8RERFISUnBuXPnsGbNGp4ITqQHDE1E9FIwMjJCREQEZsyYgZycHEybNg3BwcHo06cPmjVrhvPnz2Pz5s2wsbEBAFSrVg0bN27EgQMH4OXlhUGDBiEsLAyff/75C+97WFgY8vPzSz00N23aNAwfPhze3t5IS0vDunXrpFGkxo0bY9euXTh79izatGmDpk2bYsKECXB2dn6Rm0BEABTi0bFrIiKqcFOmTEF8fDyOHj2qU75z5074+/vj9u3bsLa21k/niEg2jjQRET0nd+/exfHjxzF79mwMHTpU390homfE0ERE9JxERETA29sb7dq1K/NVc0RU+fDwHBEREZEMHGkiIiIikoGhiYiIiEgGhiYiIiIiGRiaiIiIiGRgaCIiIiKSgaGJiIiISAaGJiIiIiIZGJqIiIiIZGBoIiIiIpLh/wM5xTM9bfGucA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44" name="Picture 4" descr="C:\Users\hp\AppData\Local\Packages\Microsoft.Windows.Photos_8wekyb3d8bbwe\TempState\ShareServiceTempFolder\download (3).jpeg"/>
          <p:cNvPicPr>
            <a:picLocks noChangeAspect="1" noChangeArrowheads="1"/>
          </p:cNvPicPr>
          <p:nvPr/>
        </p:nvPicPr>
        <p:blipFill>
          <a:blip r:embed="rId4"/>
          <a:srcRect/>
          <a:stretch>
            <a:fillRect/>
          </a:stretch>
        </p:blipFill>
        <p:spPr bwMode="auto">
          <a:xfrm>
            <a:off x="1" y="726141"/>
            <a:ext cx="11860306" cy="6131860"/>
          </a:xfrm>
          <a:prstGeom prst="rect">
            <a:avLst/>
          </a:prstGeom>
          <a:noFill/>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0" y="0"/>
            <a:ext cx="2981643" cy="830997"/>
          </a:xfrm>
        </p:spPr>
        <p:txBody>
          <a:bodyPr>
            <a:normAutofit/>
          </a:bodyPr>
          <a:lstStyle/>
          <a:p>
            <a:r>
              <a:rPr lang="en-GB" dirty="0"/>
              <a:t>RESULTS2</a:t>
            </a:r>
            <a:endParaRPr lang="en-IN"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4F0609D-325A-6CFC-7512-0C94EDABEB7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9218" name="AutoShape 2" descr="data:image/png;base64,iVBORw0KGgoAAAANSUhEUgAAAmwAAAIDCAYAAAC5N0KqAAAAOnRFWHRTb2Z0d2FyZQBNYXRwbG90bGliIHZlcnNpb24zLjEwLjAsIGh0dHBzOi8vbWF0cGxvdGxpYi5vcmcvlHJYcgAAAAlwSFlzAAAPYQAAD2EBqD+naQAAoPBJREFUeJzs3XdYFGfXBvB76UhHmigCioooakRFNLFBQMXYY1dE1GjQ2FtibCm2xN4TWxKNvUSNKGJ7Vexi7z0qWAFBpZ7vD7+duIIRFNxV7t917aU7c3b2zLA7c/aZZ55RiYiAiIiIiHSWnrYTICIiIqL/xoKNiIiISMexYCMiIiLScSzYiIiIiHQcCzYiIiIiHceCjYiIiEjHsWAjIiIi0nEs2IiIiIh0HAs2IiIiIh3Hgu0VVCoVevXq9dq4RYsWQaVS4dq1a7lafp06dVC+fPk3zC7/XLt2DSqVCosWLXrj1/7000+vje3cuTPMzc3fIMP85ebmhkaNGmk7DcXb/D0KGl37270t9b7l8OHD2k4lizp16qBOnTpv/Fpd3Pe9L3bu3AmVSoVVq1ZpO5UciYuLQ8uWLVG4cGGoVCpMmTLlrZb3Np+97Li5uaFz5855trz89MEVbCtWrIBKpcLatWuzzKtYsSJUKhV27NiRZV7x4sVRo0aNd5FinnBzc4NKpULv3r2zzHvfvtCUd+7evYuhQ4fC29sb5ubmMDExgYeHB0JDQ7Fnzx5tp0fZmDVrllYL8tftL3T1x1Vu3L59G6NGjUJMTEyO4tXFsomJCW7dupVlPovOnOvXrx+2bNmCYcOG4ffff0f9+vVfGZvThpLc2rdvH0aNGoX4+Pg8X/a79MEVbB9//DEAZDk4JSYm4tSpUzAwMMDevXs15t28eRM3b95UXpsbHTt2xNOnT+Hq6vrmSb+FX375Bbdv386z5bm6uuLp06fo2LFjni2T3o2DBw+iXLlymDJlCnx8fDB+/HjMmDEDrVu3xsGDB/HJJ59g9+7d2k6TXqLtgu1NbN26FVu3btV2Gjl2+/ZtjB49OscFm1pKSgrGjRuXP0kVENu3b0eTJk0wcOBAdOjQAZ6enm+1vDf57O3btw+jR4/OtmA7f/48fvnll7fK6V0x0HYCec3Z2Rnu7u5ZCrbo6GiICD7//PMs89TP36Rg09fXh76+/psn/BbKlSuH8+fPY9y4cZg2bVqeLFP9q7KgSU5OhpmZmbbTeGOPHj1C06ZNYWBggJiYmCw7xe+//x7Lli2Dqanpfy7nfd8O9G4YGRlpO4V3olKlSvjll18wbNgwODs7azuddyqv9gV3796FtbX12yf0//L6s2dsbJyny8tPH1wLG/C88Dp27BiePn2qTNu7dy/KlSuHBg0aYP/+/cjMzNSYp1KpULNmzSzLWrduHcqXLw9jY2OUK1cOERERGvNf1Ydt8+bNqF27NiwsLGBpaYmqVati6dKlWZZ/5swZ1K1bF4UKFULRokUxYcKEHK+nm5sbOnXqlONWtlu3bqFLly5wdHRU1mfBggUaMa/qM7Vy5Up4eXnBxMQE5cuXx9q1a9G5c2e4ubll+17z5s1DyZIlYWxsjKpVq+LQoUPZxl25cgVBQUEwMzODs7MzxowZAxHRiElOTsaAAQPg4uICY2NjlClTBj/99JNG3H/19VKpVBg1apTyfNSoUVCpVDhz5gzatWsHGxubLMX6nj17UK1aNZiYmKBEiRL47bffss39888/h62tLQoVKoTq1atj06ZNWeLu3r2LsLAwODo6wsTEBBUrVsTixYuzxMXHx6Nz586wsrKCtbU1QkJCctyEP2fOHNy5cwdTpkzJ9hesSqVC27ZtUbVq1Rxth/T0dHz33XfK39DNzQ1ff/01UlJSsiz3xW2r9nK/EPX3ZPfu3fjiiy9QuHBhWFpaolOnTnj06JHGaw8fPoygoCDY2dnB1NQU7u7u6NKlS462A/D6v93Dhw8xcOBA5bSxpaUlGjRogOPHjysxcXFxMDAwwOjRo7Ms//z581CpVJgxY4YyLT4+Hn379lU+ox4eHhg/frzGfiY7bm5uOH36NHbt2gWVSgWVSpWlf05KSgr69+8Pe3t7mJmZoVmzZrh3716WZW3evBmffPIJzMzMYGFhgeDgYJw+fTonmyzXsutHdP36dTRu3BhmZmZwcHBQToWpVCrs3LkzyzJysu9LSUnByJEj4eHhAWNjY7i4uGDw4MFZPoeRkZH4+OOPYW1tDXNzc5QpUwZff/01gOenfNWf+9DQUGU756RV8+uvv0ZGRsZrW9neZP9z4cIFdOjQAVZWVrC3t8e3334LEcHNmzfRpEkTWFpawsnJCT///HO275mRkYGvv/4aTk5OMDMzQ+PGjXHz5s0scQcOHED9+vVhZWWFQoUKoXbt2lnOMuVkn/iy1+3/1N95EcHMmTOV7f62svvsTZ8+HeXKlUOhQoVgY2ODKlWqKMfbUaNGYdCgQQAAd3d3JQ/1MftV+6q9e/e+9nuXmZmJUaNGwdnZGYUKFULdunVx5syZLMtMS0vD6NGjUapUKZiYmKBw4cL4+OOPERkZmat1/+Ba2IDnBdvvv/+OAwcOKH/YvXv3okaNGqhRowYSEhJw6tQpVKhQQZnn6emJwoULayxnz549WLNmDb788ktYWFhg2rRpaNGiBW7cuJEl9kWLFi1Cly5dUK5cOQwbNgzW1tY4duwYIiIi0K5dOyXu0aNHqF+/Ppo3b45WrVph1apVGDJkCLy9vdGgQYMcres333yD33777bWtbHFxcahevbrSR8De3h6bN29GWFgYEhMT0bdv31e+dtOmTWjdujW8vb0xduxYPHr0CGFhYShatGi28UuXLsXjx4/xxRdfQKVSYcKECWjevDmuXLkCQ0NDJS4jIwP169dH9erVMWHCBERERGDkyJFIT0/HmDFjAAAigsaNG2PHjh0ICwtDpUqVsGXLFgwaNAi3bt3C5MmTc7SdsvP555+jVKlS+PHHHzWKv0uXLqFly5YICwtDSEgIFixYgM6dO8PHxwflypVTtmeNGjXw5MkTfPXVVyhcuDAWL16Mxo0bY9WqVWjWrBkA4OnTp6hTpw4uXbqEXr16wd3dHStXrkTnzp0RHx+PPn36KOvZpEkT7NmzBz169EDZsmWxdu1ahISE5GhdNmzYAFNTUzRv3jxPtkPXrl2xePFitGzZEgMGDMCBAwcwduxYnD17Ntv+oTnVq1cvWFtbY9SoUTh//jxmz56N69evK/2o7t69i8DAQNjb22Po0KGwtrbGtWvXsGbNmhwtPyd/uytXrmDdunX4/PPP4e7ujri4OMydOxe1a9fGmTNn4OzsDEdHR9SuXRsrVqzAyJEjNd5j+fLl0NfXx+effw4AePLkCWrXro1bt27hiy++QPHixbFv3z4MGzZMKaJfZcqUKejduzfMzc3xzTffAAAcHR01Ynr37g0bGxuMHDkS165dw5QpU9CrVy8sX75cifn9998REhKCoKAgjB8/Hk+ePMHs2bOVH6+v+mH1osePH+P+/ftZpr9cHGUnOTkZ9erVw507d9CnTx84OTlh6dKl2fYXBnK278vMzETjxo2xZ88edO/eHWXLlsXJkycxefJkXLhwAevWrQMAnD59Go0aNUKFChUwZswYGBsb49KlS0pRUrZsWYwZMwYjRoxA9+7d8cknnwBAjvosu7u7Kz+Khw4dmqetbK1bt0bZsmUxbtw4bNq0Cd9//z1sbW0xd+5c1KtXD+PHj8eSJUswcOBAVK1aFbVq1dJ4/Q8//ACVSoUhQ4bg7t27mDJlCgICAhATE6O0pG/fvh0NGjSAj48PRo4cCT09PSxcuBD16tXD//73P1SrVk1jma/aJ74sJ/u/WrVq4ffff0fHjh3x6aefolOnTnm27V70yy+/4KuvvkLLli3Rp08fPHv2DCdOnMCBAwfQrl07NG/eHBcuXMCff/6JyZMnw87ODgBgb2//n8vNyfdu2LBhmDBhAj777DMEBQXh+PHjCAoKwrNnzzSWNWrUKIwdOxZdu3ZFtWrVkJiYiMOHD+Po0aP49NNPc76y8gE6ffq0AJDvvvtORETS0tLEzMxMFi9eLCIijo6OMnPmTBERSUxMFH19fenWrZvGMgCIkZGRXLp0SZl2/PhxASDTp09Xpi1cuFAAyNWrV0VEJD4+XiwsLMTX11eePn2qsczMzEzl/7Vr1xYA8ttvvynTUlJSxMnJSVq0aPHadXR1dZXg4GAREQkNDRUTExO5ffu2iIjs2LFDAMjKlSuV+LCwMClSpIjcv39fYzlt2rQRKysrefLkiYiIXL16VQDIwoULlRhvb28pVqyYPH78WJm2c+dOASCurq7KNPVrCxcuLA8fPlSmr1+/XgDIhg0blGkhISECQHr37q2xfYKDg8XIyEju3bsnIiLr1q0TAPL9999r5N2yZUtRqVTK3ye7vNUAyMiRI5XnI0eOFADStm3bbLcrANm9e7cy7e7du2JsbCwDBgxQpvXt21cAyP/+9z9l2uPHj8Xd3V3c3NwkIyNDRESmTJkiAOSPP/5Q4lJTU8XPz0/Mzc0lMTFRYz0nTJigxKWnp8snn3zyyvV6kY2NjVSqVCnL9MTERLl3757ySEpKeu12iImJEQDStWtXjekDBw4UALJ9+3Zl2svbVs3V1VVCQkKU5+rviY+Pj6SmpirTJ0yYIABk/fr1IiKydu1aASCHDh36z/XNTk7/ds+ePVP+PmpXr14VY2NjGTNmjDJt7ty5AkBOnjypEevl5SX16tVTnn/33XdiZmYmFy5c0IgbOnSo6Ovry40bN/4z73Llyknt2rWzTFdvs4CAAI19R79+/URfX1/i4+NF5PnnztraOss+LDY2VqysrLJMf5l6f/FfDzMzM43X1K5dWyPnn3/+WQDIunXrlGlPnz4VT09PASA7duzQeG1O9n2///676OnpaXzHRETmzJkjAGTv3r0iIjJ58mQBoOwzsnPo0KEcfY/U1Nv+0KFDcvnyZTEwMJCvvvpKYx3KlSunPH+T/U/37t2Vaenp6VKsWDFRqVQybtw4ZfqjR4/E1NRU47uk/nsVLVpU2X+IiKxYsUIAyNSpU0Xk+f60VKlSEhQUpPH5efLkibi7u8unn36aJafs9onZyen+T73+4eHhOVpuTmJf/uw1adJE42+RnYkTJ2ocp1/0qn3V6753sbGxYmBgIE2bNtVY3qhRowSAxjIrVqyoHK/fxgd5SrRs2bIoXLiw0jft+PHjSE5OVn5R1ahRQ/n1FR0djYyMjGybfwMCAlCyZEnleYUKFWBpaYkrV6688r0jIyPx+PFjDB06NEtfsJebg83NzdGhQwfluZGREapVq/afy8/O8OHDkZ6e/spmexHB6tWr8dlnn0FEcP/+feURFBSEhIQEHD16NNvX3r59GydPnkSnTp00rhSrXbs2vL29s31N69atYWNjozxX/6LNbr1evCJI3fqXmpqKbdu2AQD+/vtv6Ovr46uvvtJ43YABAyAi2Lx5c7Y55ESPHj2yne7l5aXkDDz/JVamTBmN/P/++29Uq1ZN43Njbm6O7t2749q1azhz5owS5+TkhLZt2ypxhoaG+Oqrr5CUlIRdu3YpcQYGBujZs6cSp6+vn+1VwNlJTEzM9kq+jh07wt7eXnkMGTLktdvh77//BgD0799fY/qAAQMAINvTvjnVvXt3jVbWnj17wsDAQHlPdV+XjRs3Ii0tLdfLz8nfztjYGHp6z3d9GRkZePDggXIa7cXvQfPmzWFgYKDxi/rUqVM4c+YMWrdurUxbuXIlPvnkE9jY2Gh8twICApCRkfHWF3p0795dY9/xySefICMjA9evXwfwfJ8THx+Ptm3bary/vr4+fH19X9nK9bIRI0YgMjIyyyMwMPC1r42IiEDRokXRuHFjZZqJiQm6deuWbXxO9n0rV65E2bJl4enpqbFe9erVAwBlvdSfmfXr17/2FPSbKFGiBDp27Ih58+bhzp07ebbcrl27Kv/X19dHlSpVICIICwtTpltbW2f5/Kp16tQJFhYWyvOWLVuiSJEiyncpJiYGFy9eRLt27fDgwQNl+yUnJ8Pf3x+7d+/Osr1etU98WU73f++CtbU1/vnnn1d2u3lTr/veRUVFIT09HV9++aXG67LbZ1tbW+P06dO4ePHiW+X0QRZsKpUKNWrUUPqq7d27Fw4ODvDw8ACgWbCp/82uYCtevHiWaTY2Nln63Lzo8uXLAJCjS76LFSuWpYh73fKz87odyr179xAfH4958+ZpHLzt7e0RGhoK4Hk/q+yoP5zqbfei7KYBWbebunh7eb309PRQokQJjWmlS5cGAKV/wfXr1+Hs7KyxYwKeF+Uv5vcm3N3ds52ek7/79evXUaZMmSxxL+d1/fp1lCpVSikQ/iuuSJEiWYqu7N4jOxYWFkhKSsoyfcyYMcqB91Ve3g7Xr1+Hnp5elr+vk5MTrK2t32qblypVSuO5ubk5ihQpovy9a9eujRYtWmD06NGws7NDkyZNsHDhwhydlgNy9rfLzMzE5MmTUapUKRgbG8POzg729vY4ceIEEhISlDg7Ozv4+/tjxYoVyrTly5fDwMBA49TzxYsXERERkeW7FRAQAODV362cet33SX0QqFevXpYctm7dmuP39/b2RkBAQJZHkSJFXvva69evo2TJkln2Z6/aR+Rk33fx4kWcPn06yzqp9xHq9WrdujVq1qyJrl27wtHREW3atMGKFSvytHh73Y/iN/Hy39XKygomJibKKbsXp2d3THj5u6RSqeDh4aF8l9Sfi5CQkCzb8Ndff0VKSorG5x149T7xZTnd/70LQ4YMgbm5OapVq4ZSpUohPDw8Sx+9N/G6792rjo22trYaDRbA8/1wfHw8SpcuDW9vbwwaNAgnTpzIdU4fZB824HkBtmHDBpw8eVLpv6ZWo0YNpQ/Unj174OzsnKVwAPDKqz/lP87t50ZeLv+bb77B77//jvHjx6Np06Ya89Q7rg4dOryyT5S6P19eyO/tlp1XdWbNyMh45WtedcWkNvJ/W56enjh+/DjS0tI0WrBy8nd91XZ4mw7C/7Xd/4t6PLD9+/djw4YN2LJlC7p06YKff/4Z+/fvf+14YDn52/3444/49ttv0aVLF3z33XewtbWFnp4e+vbtm+Ug36ZNG4SGhiImJgaVKlXCihUr4O/vr3FQzczMxKefforBgwdn+97qAuNNvW6d1Dn//vvvcHJyyhJnYKB7u/mc/J0yMzPh7e2NSZMmZRvr4uIC4Pnnd/fu3dixYwc2bdqEiIgILF++HPXq1cPWrVvz5Cr+EiVKoEOHDpg3bx6GDh2aZf6b7H+yyysv9z3qz8XEiRNRqVKlbGNe/j697ipyXVS2bFmcP38eGzduREREBFavXo1Zs2ZhxIgR2V40lFN5+beoVasWLl++jPXr12Pr1q349ddfMXnyZMyZM0ejpfV1dO+bnEdeHI9t7969Gp3qfXx8YGxsjJ07d+LAgQNo2LBhnr2v+hTqqVOnXvnrMj+ULFkSHTp0wNy5c+Hr66sxz97eHhYWFsjIyFB+9eeUeny5S5cuZZmX3bTcyMzMxJUrVzQOaBcuXAAApZO0q6srtm3bhsePH2u0sp07d04jP/UvmpevqsyvX3qurq44f/58lukv5+Xq6ooTJ04gMzNTo5Utu7ioqCgkJSVp7ESze4/sNGrUCPv378fatWvRqlWrN1up/+fq6orMzExcvHhR+cUMPO9oHB8frzHmoI2NTZZtnpqa+spTRxcvXkTdunWV50lJSbhz506W72D16tVRvXp1/PDDD1i6dCnat2+PZcuW5Wrn9iqrVq1C3bp1MX/+fI3p8fHxWVo3mjZtii+++EI5LXrhwgUMGzZMI6ZkyZJISkrK9XdL7W2vnFPvcxwcHN44h7fl6uqKM2fOQEQ01udt9hElS5bE8ePH4e/v/9ptpKenB39/f/j7+2PSpEn48ccf8c0332DHjh0ICAjIk6sThw8fjj/++APjx4/PMu9d738AZDm9JiK4dOmS8iNN/bmwtLTM889FTvd/74qZmRlat26N1q1bIzU1Fc2bN8cPP/yAYcOGwcTEJE/+/i978dj4YsvkgwcPsm0RtbW1RWhoKEJDQ5GUlIRatWph1KhRudqnfZCnRAGgSpUqMDExwZIlS3Dr1i2NFjZjY2NUrlwZM2fORHJy8huNv/YqgYGBsLCwwNixY7NcKZLfLTTDhw9HWlpalsvj9fX10aJFC6xevRqnTp3K8rrshghQc3Z2Rvny5fHbb79pnHLbtWsXTp48+dY5vzg0gohgxowZMDQ0hL+/PwCgYcOGyMjI0IgDgMmTJ0OlUilXlFlaWsLOzi5Lf6FZs2a9dY7ZadiwIQ4ePIjo6GhlWnJyMubNmwc3Nzd4eXkpcbGxsRr9oNLT0zF9+nSYm5ujdu3aSlx6ejpmz56txGVkZGD69Ok5yqdnz55wdHREv379lKL3Rbn57KmLp5evblS3dAQHByvTSpYsmWWbz5s375UtC/PmzdPomzZ79mykp6crf8dHjx5lyVXdOpDT06Kvo6+vn+U9Vq5cme2I9tbW1ggKCsKKFSuwbNkyGBkZZWnBbtWqFaKjo7Fly5Ysr4+Pj0d6evp/5mNmZvZWI7AHBQXB0tISP/74Y7b9/v7r+51XgoKCcOvWLfz111/KtGfPnr3VgKStWrXCrVu3sl3G06dPkZycDOD5MC0ve/kzox5P7G2284s/imNjYzXmvev9DwD89ttvePz4sfJ81apVuHPnjvJd8vHxQcmSJfHTTz9l213ibT4XOd3/vQsPHjzQeG5kZAQvLy+IiPJ9yIu//8v8/f1hYGCgsc8GkOVYlV2O5ubm8PDwyPU+7YNtYTMyMkLVqlXxv//9D8bGxvDx8dGYX6NGDWV8m7ws2CwtLTF58mR07doVVatWVca0OX78OJ48eZLt+Ft5Rb1Dye49xo0bhx07dsDX1xfdunWDl5cXHj58iKNHj2Lbtm3Z7vTUfvzxRzRp0gQ1a9ZEaGgoHj16hBkzZqB8+fLZ7ghyysTEBBEREQgJCYGvry82b96MTZs24euvv1Yuuf7ss89Qt25dfPPNN7h27RoqVqyIrVu3Yv369ejbt6/GRSFdu3bFuHHj0LVrV1SpUgW7d+/OtnjJC0OHDsWff/6JBg0a4KuvvoKtrS0WL16Mq1evYvXq1UprWvfu3TF37lx07twZR44cgZubG1atWoW9e/diypQpSqvhZ599hpo1a2Lo0KG4du0avLy8sGbNmix9TF7F1tYWa9euxWeffYaKFSuiTZs2qFq1KgwNDXHz5k2sXLkSQPZ9vF5WsWJFhISEYN68eYiPj0ft2rVx8OBBLF68GE2bNtVoIevatSt69OiBFi1a4NNPP8Xx48exZcuWLC1VaqmpqfD390erVq1w/vx5zJo1Cx9//LHSWX3x4sWYNWsWmjVrhpIlS+Lx48f45ZdfYGlpmWct4Y0aNcKYMWMQGhqKGjVq4OTJk1iyZEm23SKA532kOnTogFmzZiEoKCjLIKCDBg3CX3/9hUaNGilDiCQnJ+PkyZNYtWoVrl279srtATw/sM6ePRvff/89PDw84ODgoHSszwlLS0vMnj0bHTt2ROXKldGmTRvY29vjxo0b2LRpE2rWrJntQSQvffHFF5gxYwbatm2LPn36oEiRIliyZIly4dWbtHB07NgRK1asQI8ePbBjxw7UrFkTGRkZOHfuHFasWIEtW7agSpUqGDNmDHbv3o3g4GC4urri7t27mDVrFooVK6bs20uWLAlra2vMmTMHFhYWMDMzg6+vb477bKmpu56cP39eGSZG7V3uf4Dn3/mPP/4YoaGhiIuLw5QpU+Dh4aFc6KGnp4dff/0VDRo0QLly5RAaGoqiRYvi1q1b2LFjBywtLbFhw4Y3eu+c7v/exOHDh/H9999nmV6nTp1sj9WBgYFwcnJCzZo14ejoiLNnz2LGjBkIDg5W9q/q4/8333yDNm3awNDQEJ999tlbDQzs6OiIPn364Oeff0bjxo1Rv359HD9+HJs3b4adnZ3GZ97Lywt16tSBj48PbG1tcfjwYaxatSr3t+F66+tMddiwYcMEgNSoUSPLvDVr1ggAsbCwkPT09Czz8YrLi191CfDLlwv/9ddfUqNGDTE1NRVLS0upVq2a/Pnnn8r8ly8LVwsJCdEYKuNVXhzW40UXL14UfX39LMN6iIjExcVJeHi4uLi4iKGhoTg5OYm/v7/MmzdPiXnV5enLli0TT09PMTY2lvLly8tff/0lLVq0EE9PzyyvnThxYpa88NKl7SEhIWJmZiaXL1+WwMBAKVSokDg6OsrIkSOzDLnw+PFj6devnzg7O4uhoaGUKlVKJk6cqHHJtcjzy9XDwsLEyspKLCwspFWrVnL37t1XXlaf3TAAr9quL19KLiJy+fJladmypVhbW4uJiYlUq1ZNNm7cmOW1cXFxEhoaKnZ2dmJkZCTe3t7ZXv7/4MED6dixo1haWoqVlZV07NhRjh07lqvhCO7cuSODBg0SLy8vMTU1FWNjYylRooR06tRJY7iL122HtLQ0GT16tLi7u4uhoaG4uLjIsGHD5NmzZxpxGRkZMmTIELGzs5NChQpJUFCQXLp06ZXfk127dkn37t3FxsZGzM3NpX379vLgwQMl7ujRo9K2bVspXry4GBsbi4ODgzRq1EgOHz782nXP6d/u2bNnMmDAAClSpIiYmppKzZo1JTo6Otu/scjzoVFMTU2zDM/yosePH8uwYcPEw8NDjIyMxM7OTmrUqCE//fSTxjAm2YmNjZXg4GCxsLAQAEoOLw4t8SL1sA4vDpWhnh4UFCRWVlZiYmIiJUuWlM6dO79222U3DNCL1N/VF2W3ra5cuSLBwcFiamoq9vb2MmDAAFm9erUAkP3792u8Nqf7vtTUVBk/fryUK1dOjI2NxcbGRnx8fGT06NGSkJAgIiJRUVHSpEkTcXZ2FiMjI3F2dpa2bdtmGWZl/fr14uXlJQYGBq/9Tr1q26vzBJBlHd52/5Pdds5ue6n/Xn/++acMGzZMHBwcxNTUVIKDg+X69etZXn/s2DFp3ry5FC5cWIyNjcXV1VVatWolUVFRr83pv+R0//eqY2l28B9Dy6iH6Xr5szd37lypVauWsn4lS5aUQYMGKZ8Pte+++06KFi0qenp6GsfsV+2rcvK9S09Pl2+//VacnJzE1NRU6tWrJ2fPnpXChQtLjx49lLjvv/9eqlWrJtbW1mJqaiqenp7yww8/vHbf8DLV/28kolyrVKkS7O3tcz1aMxU8ixYtQmhoKA4dOoQqVapoOx16R6ZMmYJ+/frhn3/+eeVA20Qfkvj4eNjY2OD7779XBsPOKx9sHzbKO2lpaVn64ezcuRPHjx/PcosQIiqYXrwVIPC8D9vcuXNRqlQpFmv0QXr5Mw/82/c3P46NH2wfNso7t27dQkBAADp06ABnZ2ecO3cOc+bMgZOTU44HWiSiD1vz5s1RvHhxVKpUCQkJCfjjjz9w7tw5LFmyRNupEeWL5cuXY9GiRWjYsCHMzc2xZ88e/PnnnwgMDMz23uRviwUbvZaNjQ18fHzw66+/4t69ezAzM0NwcDDGjRv3n/dUJaKCIygoCL/++iuWLFmCjIwMeHl5YdmyZRp3hSD6kFSoUAEGBgaYMGECEhMTlQsRsrtoIk/kqsdbPho7dqwAkD59+ijTnj59Kl9++aXY2tqKmZmZNG/eXGJjYzVed/36dWnYsKHS0XXgwIGSlpamEbNjxw756KOPxMjISEqWLJltZ9MZM2aIq6urGBsbS7Vq1eTAgQP5sZpEREREuaYTfdgOHTqEuXPnZhmVvV+/ftiwYQNWrlyJXbt24fbt2xq3hMnIyEBwcDBSU1Oxb98+LF68GIsWLcKIESOUmKtXryI4OBh169ZFTEwM+vbti65du2qMmbR8+XL0798fI0eOxNGjR1GxYkUEBQW99S1liIiIiPKEtivGx48fS6lSpSQyMlJq166ttLDFx8eLoaGhxqXmZ8+eFQASHR0tIiJ///236OnpabS6zZ49WywtLSUlJUVERAYPHpzl8uvWrVtLUFCQ8rxatWoalx1nZGSIs7OzjB07Ns/Xl4iIiCi3tN6HLTw8HMHBwQgICNA473vkyBGkpaVp3FLD09MTxYsXR3R0NKpXr47o6Gh4e3vD0dFRiQkKCkLPnj1x+vRpfPTRR4iOjs5yW46goCDlVlWpqak4cuSIxu1m9PT0EBAQoDGK88tSUlI0RinOzMzEw4cPUbhw4Xy5DQYRERHlPRHB48eP4ezs/FaD/uY3rRZsy5Ytw9GjR3Ho0KEs82JjY2FkZJRlVHFHR0fltiCxsbEaxZp6vnref8UkJibi6dOnePToETIyMrKNUd8XLTtjx459qxvLEhERke64efMmihUrpu00XklrBdvNmzfRp08fREZGKrcveZ8MGzYM/fv3V54nJCSgePHiuHnzJiwtLbWYGREREeVUYmIiXFxclFtZ6SqtFWxHjhzB3bt3UblyZWVaRkYGdu/ejRkzZmDLli1ITU1FfHy8RitbXFwcnJycAABOTk44ePCgxnLj4uKUeep/1dNejLG0tISpqSn09fWhr6+fbYx6GdkxNjaGsbFxlumWlpYs2IiIiN4zut6dSWsna/39/XHy5EnExMQojypVqqB9+/bK/w0NDREVFaW85vz587hx4wb8/PwAAH5+fjh58qTG1ZyRkZGwtLSEl5eXEvPiMtQx6mUYGRnBx8dHIyYzMxNRUVFKDBEREZE2aa2FzcLCAuXLl9eYZmZmhsKFCyvTw8LC0L9/f9ja2sLS0hK9e/eGn58fqlevDgAIDAyEl5cXOnbsiAkTJiA2NhbDhw9HeHi40vrVo0cPzJgxA4MHD0aXLl2wfft2rFixAps2bVLet3///ggJCUGVKlVQrVo1TJkyBcnJyQgNDX1HW4OIiIjo1bR+leh/mTx5MvT09NCiRQukpKQgKCgIs2bNUubr6+tj48aN6NmzJ/z8/GBmZoaQkBCMGTNGiXF3d8emTZvQr18/TJ06FcWKFcOvv/6KoKAgJaZ169a4d+8eRowYgdjYWFSqVAkRERFZLkQgIiIi0gaViIi2k/gQJCYmwsrKCgkJCezDRkRE9J54X47fujvgCBEREREBYMFGREREpPNYsBERERHpOBZsRERERDqOBRsRERGRjmPBRkRERKTjWLARERER6TgWbEREREQ6jgUbERERkY5jwUZERESk41iwEREREek4FmxEREREOo4FGxEREZGOY8FGREREpONYsBERERHpOBZsRERERDqOBRsRERGRjmPBRkRERKTjWLARERER6TgWbEREREQ6jgUbERERkY5jwUZERESk41iwEREREek4FmxEREREOo4FGxEREZGOY8FGREREpONYsBERERHpOBZsRERERDqOBRsRERGRjmPBRkRERKTjWLARERER6TgWbEREREQ6jgUbERERkY5jwUZERESk41iwEREREek4rRZss2fPRoUKFWBpaQlLS0v4+flh8+bNyvw6depApVJpPHr06KGxjBs3biA4OBiFChWCg4MDBg0ahPT0dI2YnTt3onLlyjA2NoaHhwcWLVqUJZeZM2fCzc0NJiYm8PX1xcGDB/NlnYmIiIhyS6sFW7FixTBu3DgcOXIEhw8fRr169dCkSROcPn1aienWrRvu3LmjPCZMmKDMy8jIQHBwMFJTU7Fv3z4sXrwYixYtwogRI5SYq1evIjg4GHXr1kVMTAz69u2Lrl27YsuWLUrM8uXL0b9/f4wcORJHjx5FxYoVERQUhLt3776bDUFERET0H1QiItpO4kW2traYOHEiwsLCUKdOHVSqVAlTpkzJNnbz5s1o1KgRbt++DUdHRwDAnDlzMGTIENy7dw9GRkYYMmQINm3ahFOnTimva9OmDeLj4xEREQEA8PX1RdWqVTFjxgwAQGZmJlxcXNC7d28MHTo0R3knJibCysoKCQkJsLS0fIstQERERO/K+3L81pk+bBkZGVi2bBmSk5Ph5+enTF+yZAns7OxQvnx5DBs2DE+ePFHmRUdHw9vbWynWACAoKAiJiYlKK110dDQCAgI03isoKAjR0dEAgNTUVBw5ckQjRk9PDwEBAUpMdlJSUpCYmKjxICIiIsoPBtpO4OTJk/Dz88OzZ89gbm6OtWvXwsvLCwDQrl07uLq6wtnZGSdOnMCQIUNw/vx5rFmzBgAQGxurUawBUJ7Hxsb+Z0xiYiKePn2KR48eISMjI9uYc+fOvTLvsWPHYvTo0W+38kREREQ5oPWCrUyZMoiJiUFCQgJWrVqFkJAQ7Nq1C15eXujevbsS5+3tjSJFisDf3x+XL19GyZIltZg1MGzYMPTv3195npiYCBcXFy1mRERERB8qrRdsRkZG8PDwAAD4+Pjg0KFDmDp1KubOnZsl1tfXFwBw6dIllCxZEk5OTlmu5oyLiwMAODk5Kf+qp70YY2lpCVNTU+jr60NfXz/bGPUysmNsbAxjY+Ncri0RERFR7ulMHza1zMxMpKSkZDsvJiYGAFCkSBEAgJ+fH06ePKlxNWdkZCQsLS2V06p+fn6IiorSWE5kZKTST87IyAg+Pj4aMZmZmYiKitLoS0dERESkLVptYRs2bBgaNGiA4sWL4/Hjx1i6dCl27tyJLVu24PLly1i6dCkaNmyIwoUL48SJE+jXrx9q1aqFChUqAAACAwPh5eWFjh07YsKECYiNjcXw4cMRHh6utH716NEDM2bMwODBg9GlSxds374dK1aswKZNm5Q8+vfvj5CQEFSpUgXVqlXDlClTkJycjNDQUK1sFyIiIiINokVdunQRV1dXMTIyEnt7e/H395etW7eKiMiNGzekVq1aYmtrK8bGxuLh4SGDBg2ShIQEjWVcu3ZNGjRoIKampmJnZycDBgyQtLQ0jZgdO3ZIpUqVxMjISEqUKCELFy7Mksv06dOlePHiYmRkJNWqVZP9+/fnal0SEhIEQJb8iIiISHe9L8dvnRuH7X31vozjQkRERP96X47fOteHjYiIiIg0sWAjIiIi0nEs2IiIiIh0HAs2IiIiIh3Hgo2IiIhIx7FgIyIiItJxLNiIiIiIdBwLNiIiIiIdx4KNiIiISMexYCMiIiLScSzYiIiIiHQcCzYiIiIiHceCjYiIiEjHsWAjIiIi0nEs2IiIiIh0HAs2IiIiIh3Hgo2IiIhIx7FgIyIiItJxLNiIiIiIdBwLNiIiIiIdx4KNiIiISMexYCMiIiLScSzYiIiIiHQcCzYiIiIiHceCjYiIiEjHsWAjIiIi0nEs2IiIiIh0HAs2IiIiIh3Hgo2IiIhIx7FgIyIiItJxLNiIiIiIdBwLNiIiIiIdx4KNiIiISMexYCMiIiLScSzYiIiIiHScVgu22bNno0KFCrC0tISlpSX8/PywefNmZf6zZ88QHh6OwoULw9zcHC1atEBcXJzGMm7cuIHg4GAUKlQIDg4OGDRoENLT0zVidu7cicqVK8PY2BgeHh5YtGhRllxmzpwJNzc3mJiYwNfXFwcPHsyXdSYiIiLKLa0WbMWKFcO4ceNw5MgRHD58GPXq1UOTJk1w+vRpAEC/fv2wYcMGrFy5Ert27cLt27fRvHlz5fUZGRkIDg5Gamoq9u3bh8WLF2PRokUYMWKEEnP16lUEBwejbt26iImJQd++fdG1a1ds2bJFiVm+fDn69++PkSNH4ujRo6hYsSKCgoJw9+7dd7cxiIiIiF5FdIyNjY38+uuvEh8fL4aGhrJy5Upl3tmzZwWAREdHi4jI33//LXp6ehIbG6vEzJ49WywtLSUlJUVERAYPHizlypXTeI/WrVtLUFCQ8rxatWoSHh6uPM/IyBBnZ2cZO3ZsjvNOSEgQAJKQkJC7FSYiIiKteV+O3zrThy0jIwPLli1DcnIy/Pz8cOTIEaSlpSEgIECJ8fT0RPHixREdHQ0AiI6Ohre3NxwdHZWYoKAgJCYmKq100dHRGstQx6iXkZqaiiNHjmjE6OnpISAgQInJTkpKChITEzUeRERERPlB6wXbyZMnYW5uDmNjY/To0QNr166Fl5cXYmNjYWRkBGtra414R0dHxMbGAgBiY2M1ijX1fPW8/4pJTEzE06dPcf/+fWRkZGQbo15GdsaOHQsrKyvl4eLi8kbrT0RERPQ6Wi/YypQpg5iYGBw4cAA9e/ZESEgIzpw5o+20XmvYsGFISEhQHjdv3tR2SkRERPSBMtB2AkZGRvDw8AAA+Pj44NChQ5g6dSpat26N1NRUxMfHa7SyxcXFwcnJCQDg5OSU5WpO9VWkL8a8fGVpXFwcLC0tYWpqCn19fejr62cbo15GdoyNjWFsbPxmK01ERESUC1pvYXtZZmYmUlJS4OPjA0NDQ0RFRSnzzp8/jxs3bsDPzw8A4Ofnh5MnT2pczRkZGQlLS0t4eXkpMS8uQx2jXoaRkRF8fHw0YjIzMxEVFaXEEBEREWmTVlvYhg0bhgYNGqB48eJ4/Pgxli5dip07d2LLli2wsrJCWFgY+vfvD1tbW1haWqJ3797w8/ND9erVAQCBgYHw8vJCx44dMWHCBMTGxmL48OEIDw9XWr969OiBGTNmYPDgwejSpQu2b9+OFStWYNOmTUoe/fv3R0hICKpUqYJq1aphypQpSE5ORmhoqFa2CxEREdGLtFqw3b17F506dcKdO3dgZWWFChUqYMuWLfj0008BAJMnT4aenh5atGiBlJQUBAUFYdasWcrr9fX1sXHjRvTs2RN+fn4wMzNDSEgIxowZo8S4u7tj06ZN6NevH6ZOnYpixYrh119/RVBQkBLTunVr3Lt3DyNGjEBsbCwqVaqEiIiILBciEBEREWmDSkRE20l8CBITE2FlZYWEhARYWlpqOx0iIiLKgffl+K1zfdiIiIiISBMLNiIiIiIdx4KNiIiISMexYCMiIiLScSzYiIiIiHQcCzYiIiIiHceCjYiIiEjHsWAjIiIi0nEs2IiIiIh0HAs2IiIiIh3Hgo2IiIhIx7FgIyIiItJxLNiIiIiIdBwLNiIiIiIdx4KNiIiISMexYCMiIiLScSzYiIiIiHQcCzYiIiIiHceCjYiIiEjHsWAjIiIi0nEs2IiIiIh0HAs2IiIiIh331gVbRkYGYmJi8OjRo7zIh4iIiIhekuuCrW/fvpg/fz6A58Va7dq1UblyZbi4uGDnzp15nR8RERFRgZfrgm3VqlWoWLEiAGDDhg24evUqzp07h379+uGbb77J8wSJiIiICrpcF2z379+Hk5MTAODvv//G559/jtKlS6NLly44efJknidIREREVNDlumBzdHTEmTNnkJGRgYiICHz66acAgCdPnkBfXz/PEyQiIiIq6Axy+4LQ0FC0atUKRYoUgUqlQkBAAADgwIED8PT0zPMEiYiIiAq6XBdso0aNQvny5XHz5k18/vnnMDY2BgDo6+tj6NCheZ4gERERUUGnEhHRdhIfgsTERFhZWSEhIQGWlpbaToeIiIhy4H05fue6hW3atGnZTlepVDAxMYGHhwdq1arF/mxEREREeSTXBdvkyZNx7949PHnyBDY2NgCAR48eoVChQjA3N8fdu3dRokQJ7NixAy4uLnmeMBEREVFBk+urRH/88UdUrVoVFy9exIMHD/DgwQNcuHABvr6+mDp1Km7cuAEnJyf069cvP/IlIiIiKnBy3YetZMmSWL16NSpVqqQx/dixY2jRogWuXLmCffv2oUWLFrhz505e5qrT3pdz4ERERPSv9+X4nesWtjt37iA9PT3L9PT0dMTGxgIAnJ2d8fjx47fPjoiIiIhyX7DVrVsXX3zxBY4dO6ZMO3bsGHr27Il69eoBAE6ePAl3d/fXLmvs2LGoWrUqLCws4ODggKZNm+L8+fMaMXXq1IFKpdJ49OjRQyPmxo0bCA4ORqFCheDg4IBBgwZlKSp37tyJypUrw9jYGB4eHli0aFGWfGbOnAk3NzeYmJjA19cXBw8ezOlmISIiIso3uS7Y5s+fD1tbW/j4+MDY2BjGxsaoUqUKbG1tlZvCm5ub4+eff37tsnbt2oXw8HDs378fkZGRSEtLQ2BgIJKTkzXiunXrhjt37iiPCRMmKPMyMjIQHByM1NRU7Nu3D4sXL8aiRYswYsQIJebq1asIDg5G3bp1ERMTg759+6Jr167YsmWLErN8+XL0798fI0eOxNGjR1GxYkUEBQXh7t27ud1ERERERHnqjcdhO3fuHC5cuAAAKFOmDMqUKfPWydy7dw8ODg7YtWsXatWqBeB5C1ulSpUwZcqUbF+zefNmNGrUCLdv34ajoyMAYM6cORgyZAju3bsHIyMjDBkyBJs2bcKpU6eU17Vp0wbx8fGIiIgAAPj6+qJq1aqYMWMGACAzMxMuLi7o3bt3jgYEfl/OgRMREdG/3pfjd65b2NQ8PT3RuHFjNG7cOE+KNQBISEgAANja2mpMX7JkCezs7FC+fHkMGzYMT548UeZFR0fD29tbKdYAICgoCImJiTh9+rQSo76F1osx0dHRAIDU1FQcOXJEI0ZPTw8BAQFKzMtSUlKQmJio8SAiIiLKD7kehy0jIwOLFi1CVFQU7t69i8zMTI3527dvf6NEMjMz0bdvX9SsWRPly5dXprdr1w6urq5wdnbGiRMnMGTIEJw/fx5r1qwBAMTGxmoUawCU5+qLIF4Vk5iYiKdPn+LRo0fIyMjINubcuXPZ5jt27FiMHj36jdaViIiIKDdyXbD16dMHixYtQnBwMMqXLw+VSpUniYSHh+PUqVPYs2ePxvTu3bsr//f29kaRIkXg7++Py5cvo2TJknny3m9i2LBh6N+/v/I8MTGRAwUTERFRvsh1wbZs2TKsWLECDRs2zLMkevXqhY0bN2L37t0oVqzYf8b6+voCAC5duoSSJUvCyckpy9WccXFxAAAnJyflX/W0F2MsLS1hamoKfX196OvrZxujXsbL1BdcEBEREeW3XPdhMzIygoeHR568uYigV69eWLt2LbZv356joUBiYmIAAEWKFAEA+Pn54eTJkxpXc0ZGRsLS0hJeXl5KTFRUlMZyIiMj4efnB+D5Ovn4+GjEZGZmIioqSokhIiIi0pZcF2wDBgzA1KlT8YYXl2oIDw/HH3/8gaVLl8LCwgKxsbGIjY3F06dPAQCXL1/Gd999hyNHjuDatWv466+/0KlTJ9SqVQsVKlQAAAQGBsLLywsdO3bE8ePHsWXLFgwfPhzh4eFKC1iPHj1w5coVDB48GOfOncOsWbOwYsUKjdtn9e/fH7/88gsWL16Ms2fPomfPnkhOTkZoaOhbrycRERHR28j1sB7NmjXDjh07YGtri3LlysHQ0FBjvvpigBy9+Sv6vy1cuBCdO3fGzZs30aFDB5w6dQrJyclwcXFBs2bNMHz4cI1Lb69fv46ePXti586dMDMzQ0hICMaNGwcDg3/P+O7cuRP9+vXDmTNnUKxYMXz77bfo3LmzxvvOmDEDEydORGxsLCpVqoRp06Ypp2Bf5325LJiIiIj+9b4cv3NdsL2uxWnhwoVvldD76n35gxMREdG/3pfjd64vOiioBRkRERGRtrzxwLlERERE9G7kqIWtcuXKiIqKgo2NDT766KP/HHvt6NGjeZYcEREREeWwYGvSpIlyxWWTJk3ybLBcIiIiInq9N775O2l6XzotEhER0b/el+N3rvuwlShRAg8ePMgyPT4+HiVKlMiTpIiIiIjoX7ku2K5du4aMjIws01NSUvDPP//kSVJERERE9K8cD+vx119/Kf/fsmULrKyslOcZGRmIiorK0a2liIiIiCh3clywNW3aFMDzuxOEhIRozDM0NISbmxt+/vnnPE2OiIiIiHJRsGVmZgIA3N3dcejQIdjZ2eVbUkRERET0r1zf6eDq1atZpsXHx8Pa2jov8iEiIiKil+T6ooPx48dj+fLlyvPPP/8ctra2KFq0KI4fP56nyRERERHRGxRsc+bMgYuLCwAgMjIS27ZtQ0REBBo0aIBBgwbleYJEREREBV2uT4nGxsYqBdvGjRvRqlUrBAYGws3NDb6+vnmeIBEREVFBl+sWNhsbG9y8eRMAEBERgYCAAACAiGQ7PhsRERERvZ1ct7A1b94c7dq1Q6lSpfDgwQM0aNAAAHDs2DF4eHjkeYJEREREBV2uC7bJkyfDzc0NN2/exIQJE2Bubg4AuHPnDr788ss8T5CIiIiooOPN3/PI+3LzWCIiIvrX+3L8zlEL219//YUGDRrA0NBQ4xZV2WncuHGeJEZEREREz+WohU1PTw+xsbFwcHCAnt6rr1NQqVQF9sKD96VCJyIion+9L8fvHLWwqW9L9fL/iYiIiCj/5XpYj1f5559/0L1797xaHBERERH9vzwr2B48eID58+fn1eKIiIiI6P/lWcFGRERERPmDBRsRERGRjmPBRkRERKTjcnyng+bNm//n/Pj4+LfNhYiIiIiykeOCzcrK6rXzO3Xq9NYJEREREZGmHBdsCxcuzM88iIiIiOgV2IeNiIiISMexYCMiIiLScSzYiIiIiHQcCzYiIiIiHZejgq1y5cp49OgRAGDMmDF48uRJviZFRERERP/KUcF29uxZJCcnAwBGjx6NpKSkfE2KiIiIiP6Vo2E9KlWqhNDQUHz88ccQEfz0008wNzfPNnbEiBF5miARERFRQZejFrZFixahcOHC2LhxI1QqFTZv3oy1a9dmeaxbty5Xbz527FhUrVoVFhYWcHBwQNOmTXH+/HmNmGfPniE8PByFCxeGubk5WrRogbi4OI2YGzduIDg4GIUKFYKDgwMGDRqE9PR0jZidO3eicuXKMDY2hoeHBxYtWpQln5kzZ8LNzQ0mJibw9fXFwYMHc7U+RERERPlCckmlUklcXFxuX5atoKAgWbhwoZw6dUpiYmKkYcOGUrx4cUlKSlJievToIS4uLhIVFSWHDx+W6tWrS40aNZT56enpUr58eQkICJBjx47J33//LXZ2djJs2DAl5sqVK1KoUCHp37+/nDlzRqZPny76+voSERGhxCxbtkyMjIxkwYIFcvr0aenWrZtYW1vneF0TEhIEgCQkJOTBliEiIqJ34X05fqtERLRdNKrdu3cPDg4O2LVrF2rVqoWEhATY29tj6dKlaNmyJQDg3LlzKFu2LKKjo1G9enVs3rwZjRo1wu3bt+Ho6AgAmDNnDoYMGYJ79+7ByMgIQ4YMwaZNm3Dq1Cnlvdq0aYP4+HhEREQAAHx9fVG1alXMmDEDAJCZmQkXFxf07t0bQ4cOzZJrSkoKUlJSlOeJiYlwcXFBQkICLC0t820bERERUd5JTEyElZWVzh+/32hYj8uXL6N3794ICAhAQEAAvvrqK1y+fPmtk0lISAAA2NraAgCOHDmCtLQ0BAQEKDGenp4oXrw4oqOjAQDR0dHw9vZWijUACAoKQmJiIk6fPq3EvLgMdYx6GampqThy5IhGjJ6eHgICApSYl40dOxZWVlbKw8XF5W1Xn4iIiChbuS7YtmzZAi8vLxw8eBAVKlRAhQoVcODAAZQrVw6RkZFvnEhmZib69u2LmjVronz58gCA2NhYGBkZwdraWiPW0dERsbGxSsyLxZp6vnref8UkJibi6dOnuH//PjIyMrKNUS/jZcOGDUNCQoLyuHnz5putOBEREdFr5Pjm72pDhw5Fv379MG7cuCzThwwZgk8//fSNEgkPD8epU6ewZ8+eN3r9u2ZsbAxjY2Ntp0FEREQFQK5b2M6ePYuwsLAs07t06YIzZ868URK9evXCxo0bsWPHDhQrVkyZ7uTkhNTUVMTHx2vEx8XFwcnJSYl5+apR9fPXxVhaWsLU1BR2dnbQ19fPNka9DCIiIiJtyXXBZm9vj5iYmCzTY2Ji4ODgkKtliQh69eqFtWvXYvv27XB3d9eY7+PjA0NDQ0RFRSnTzp8/jxs3bsDPzw8A4Ofnh5MnT+Lu3btKTGRkJCwtLeHl5aXEvLgMdYx6GUZGRvDx8dGIyczMRFRUlBJDREREpC25PiXarVs3dO/eHVeuXEGNGjUAAHv37sX48ePRv3//XC0rPDwcS5cuxfr162FhYaH0F7OysoKpqSmsrKwQFhaG/v37w9bWFpaWlujduzf8/PxQvXp1AEBgYCC8vLzQsWNHTJgwAbGxsRg+fDjCw8OVU5Y9evTAjBkzMHjwYHTp0gXbt2/HihUrsGnTJiWX/v37IyQkBFWqVEG1atUwZcoUJCcnIzQ0NLebiIiIiChv5XYckMzMTJk0aZIULVpUVCqVqFQqKVq0qEyZMkUyMzNztSwA2T4WLlyoxDx9+lS+/PJLsbGxkUKFCkmzZs3kzp07Gsu5du2aNGjQQExNTcXOzk4GDBggaWlpGjE7duyQSpUqiZGRkZQoUULjPdSmT58uxYsXFyMjI6lWrZrs378/x+vyvozjQkRERP96X47fbzUO2+PHjwEAFhYWb104vu/el3FciIiI6F/vy/E716dEX8RCjYiIiCj/vdHAuURERET07rBgIyIiItJxLNiIiIiIdFyuCra0tDT4+/vj4sWL+ZUPEREREb0kVwWboaEhTpw4kV+5EBEREVE2cn1KtEOHDpg/f35+5EJERERE2cj1sB7p6elYsGABtm3bBh8fH5iZmWnMnzRpUp4lR0RERERvULCdOnUKlStXBgBcuHBBY55KpcqbrIiIiIhIkeuCbceOHfmRBxERERG9whsP63Hp0iVs2bIFT58+BQC8xR2uiIiIiOg/5Lpge/DgAfz9/VG6dGk0bNgQd+7cAQCEhYVhwIABeZ4gERERUUGX64KtX79+MDQ0xI0bN1CoUCFleuvWrREREZGnyRERERHRGxRsW7duxfjx41GsWDGN6aVKlcL169fzLDF6M7t378Znn30GZ2dnqFQqrFu3TmN+586doVKpNB7169fXiLlw4QKaNGkCOzs7WFpa4uOPP8627+KiRYtQoUIFmJiYwMHBAeHh4Rrzt2zZgurVq8PCwgL29vZo0aIFrl27lterTERE9MHLdcGWnJys0bKm9vDhQxgbG+dJUvTmkpOTUbFiRcycOfOVMfXr18edO3eUx59//qkxv1GjRkhPT8f27dtx5MgRVKxYEY0aNUJsbKwSM2nSJHzzzTcYOnQoTp8+jW3btiEoKEiZf/XqVTRp0gT16tVDTEwMtmzZgvv376N58+Z5v9J5IC8KXQDYtGkTfH19YWpqChsbGzRt2lRj/qFDh+Dv7w9ra2vY2NggKCgIx48fzzanS5cuwcLCAtbW1nm0lkRE9N6SXGrQoIEMHz5cRETMzc3lypUrkpGRIZ9//rm0aNEit4v7YCQkJAgASUhI0HYqCgCydu1ajWkhISHSpEmTV77m3r17AkB2796tTEtMTBQAEhkZKSIiDx8+FFNTU9m2bdsrl7Ny5UoxMDCQjIwMZdpff/0lKpVKUlNT32yF8tHff/8t33zzjaxZs+aV261+/fpy584d5fHw4UONmFWrVomNjY3Mnj1bzp8/L6dPn5bly5cr8x8/fiy2trbSuXNnOXfunJw6dUpatGghjo6OWbZJamqqVKlSRRo0aCBWVlb5tdpERAWeLh6/s5PrYT0mTJgAf39/HD58GKmpqRg8eDBOnz6Nhw8fYu/evXlbTVK+2LlzJxwcHGBjY4N69erh+++/R+HChQEAhQsXRpkyZfDbb7+hcuXKMDY2xty5c+Hg4AAfHx8AQGRkJDIzM3Hr1i2ULVsWjx8/Ro0aNfDzzz/DxcUFAODj4wM9PT0sXLgQnTt3RlJSEn7//XcEBATA0NBQa+v+Kg0aNECDBg3+M8bY2BhOTk7ZzktPT0efPn0wceJEhIWFKdO9vLyU/587dw4PHz7EmDFjlO00cuRIVKhQAdevX4eHh4cSO3z4cHh6esLf3x/79u17m1UjIqIPQK5PiZYvXx4XLlzAxx9/jCZNmiA5ORnNmzfHsWPHULJkyfzIkfJQ/fr18dtvvyEqKgrjx4/Hrl270KBBA2RkZAB4Pvjxtm3bcOzYMVhYWMDExASTJk1CREQEbGxsAABXrlxBZmYmfvzxR0yZMgWrVq3Cw4cP8emnnyI1NRUA4O7ujq1bt+Lrr7+GsbExrK2t8c8//2DFihVaW/e3pS50y5Qpg549e+LBgwfKvKNHj+LWrVvQ09PDRx99hCJFiqBBgwY4deqUElOmTBkULlwY8+fPR2pqKp4+fYr58+ejbNmycHNzU+K2b9+OlStX/udpbSIiKmC03cT3odDFJlVkc2rvZZcvXxYAyunNzMxMady4sTRo0ED27NkjR44ckZ49e0rRokXl9u3bIiLyww8/CADZsmWLspy7d++Knp6eREREiIjInTt3pFSpUjJo0CA5evSo7Nq1S2rXri3+/v6SmZmZPyucR7Lbbn/++aesX79eTpw4IWvXrpWyZctK1apVJT09XZkPQIoXLy6rVq2Sw4cPS9u2baVw4cLy4MEDZTknT56UkiVLip6enujp6UmZMmXk2rVryvz79++Li4uL7Nq1S0REFi5cyFOiRET5SBeP39nJ9SlRAHj06BHmz5+Ps2fPAnh+2ic0NBS2trZ5U0XSO1OiRAnY2dnh0qVL8Pf3x/bt27Fx40Y8evQIlpaWAIBZs2YhMjISixcvxtChQ1GkSBEAmqf77O3tYWdnhxs3bgAAZs6cCSsrK0yYMEGJ+eOPP+Di4oIDBw6gevXq73At316bNm2U/3t7e6NChQooWbIkdu7cCX9/f2RmZgIAvvnmG7Ro0QIAsHDhQhQrVgwrV67EF198gadPnyIsLAw1a9bEn3/+iYyMDPz0008IDg7GoUOHYGpqim7duqFdu3aoVauWVtaTiIh0U65Pie7evRtubm6YNm0aHj16hEePHmHatGlwd3fH7t278yNHykf//PMPHjx4oBRhT548AQDo6Wl+NPT09JSipGbNmgCA8+fPK/MfPnyI+/fvw9XVVVnOy8vQ19cHAGU577MXC10A2RaxxsbGKFGihFLELl26FNeuXcPChQtRtWpVVK9eHUuXLsXVq1exfv16AM9Ph/70008wMDCAgYEBwsLCkJCQAAMDAyxYsOAdryUREemKXBds4eHhaN26Na5evYo1a9ZgzZo1uHLlCtq0aZNlHC5695KSkhATE4OYmBgAz4fXiImJwY0bN5CUlIRBgwZh//79uHbtGqKiotCkSRN4eHgoQ3L4+fnBxsYGISEhOH78OC5cuIBBgwbh6tWrCA4OBgCULl0aTZo0QZ8+fbBv3z6cOnUKISEh8PT0RN26dQFAaTUaM2YMLl68iKNHjyI0NBSurq746KOPtLJt8tLLha6Pjw+MjY01iti0tDRcu3YtSxGrUqmUGPVzdREbHR2t/P1iYmIwZswYWFhYICYmBs2aNXuHa0hERDolt+dQTUxM5Ny5c1mmnzt3TkxMTPLkPO37SFfOge/YsUMAZHmEhITIkydPJDAwUOzt7cXQ0FBcXV2lW7duEhsbq7GMQ4cOSWBgoNja2oqFhYVUr15d/v77b42YhIQE6dKli1hbW4utra00a9ZMbty4oRHz559/ykcffSRmZmZib28vjRs3lrNnz+b7NngTjx8/lmPHjsmxY8cEgEyaNEmOHTsm169fl8ePH8vAgQMlOjparl69Ktu2bZPKlStLqVKl5NmzZ8oy+vTpI0WLFpUtW7bIuXPnJCwsTBwcHJThP86ePSvGxsbSs2dPOXPmjJw6dUo6dOggVlZWSv/Al7EPGxFR/tKV4/fr5Lpgq1GjRrYd2deuXSu+vr55kdN76X35g1P28qLQTU1NlQEDBoiDg4NYWFhIQECAnDp1SiNm69atUrNmTbGyshIbGxupV6+eREdHvzIvFmxERPnrfTl+q0REXtcKd+LECeX/Z8+exeDBg9G7d2+l4/j+/fsxc+ZMjBs3Dq1bt87D9r/3R2JiIqysrJCQkKB01iciIiLd9r4cv3NUsKn72bwuVKVSKeN5FTTvyx+ciIiI/vW+HL9zNKzH1atX8zsPIiIiInqFHBVs6qvciIiIiOjde6OBc2/fvo09e/bg7t27WcbU+uqrr/IkMSIiIiJ6LtcF26JFi/DFF1/AyMgIhQsX1hhTSqVSsWAjIiIiymM5uujgRS4uLujRoweGDRuWZST7gux96bRIRERE/3pfjt+5bmF78uQJ2rRpw2LtHXMbuknbKWjFtXHB2k6BiIhI63JdsIWFhWHlypUYOnRofuRDlGcKapELsNAlIvrQ5LpgGzt2LBo1aoSIiAh4e3vD0NBQY/6kSZPyLDkiIiIiesOCbcuWLShTpgwAZLnogIiIiIjyVq47ov38889YsGABzp49i507d2LHjh3KY/v27bla1u7du/HZZ5/B2dkZKpUK69at05jfuXNnqFQqjUf9+vU1Yh4+fIj27dvD0tIS1tbWCAsLQ1JSkkbMiRMn8Mknn8DExAQuLi6YMGFCllxWrlwJT09PmJiYwNvbG3///Xeu1oWIiIgov+S6YDM2NkbNmjXz5M2Tk5NRsWJFzJw585Ux9evXx507d5THn3/+qTG/ffv2OH36NCIjI7Fx40bs3r0b3bt3V+YnJiYiMDAQrq6uOHLkCCZOnIhRo0Zh3rx5Ssy+ffvQtm1bhIWF4dixY2jatCmaNm2KU6dO5cl6EhEREb2NXJ8S7dOnD6ZPn45p06a99Zs3aNAADRo0+M8YY2NjODk5ZTvv7NmziIiIwKFDh1ClShUAwPTp09GwYUP89NNPcHZ2xpIlS5CamooFCxbAyMgI5cqVQ0xMDCZNmqQUdlOnTkX9+vUxaNAgAMB3332HyMhIzJgxA3PmzHnr9SQiIiJ6G7luYTt48CAWL16MEiVK4LPPPkPz5s01Hnlt586dcHBwQJkyZdCzZ088ePBAmRcdHQ1ra2ulWAOAgIAA6Onp4cCBA0pMrVq1YGRkpMQEBQXh/PnzePTokRITEBCg8b5BQUGIjo5+ZV4pKSlITEzUeBARERHlh1y3sFlbW+dLYZad+vXro3nz5nB3d8fly5fx9ddfo0GDBoiOjoa+vj5iY2Ph4OCg8RoDAwPY2toiNjYWABAbGwt3d3eNGEdHR2WejY0NYmNjlWkvxqiXkZ2xY8di9OjRebGaRERERP8p1wXbwoUL8yOPbLVp00b5v7e3NypUqICSJUti586d8Pf3f2d5ZGfYsGHo37+/8jwxMREuLi5azIiIiIg+VO/V7QpKlCgBOzs7XLp0CQDg5OSEu3fvasSkp6fj4cOHSr83JycnxMXFacSon78u5lV954DnfessLS01HkRERET5IdcFm7u7O0qUKPHKR376559/8ODBAxQpUgQA4Ofnh/j4eBw5ckSJ2b59OzIzM+Hr66vE7N69G2lpaUpMZGQkypQpAxsbGyUmKipK470iIyPh5+eXr+tDRERElBO5PiXat29fjedpaWk4duwYIiIilKsscyopKUlpLQOAq1evIiYmBra2trC1tcXo0aPRokULODk54fLlyxg8eDA8PDwQFBQEAChbtizq16+Pbt26Yc6cOUhLS0OvXr3Qpk0bODs7AwDatWuH0aNHIywsDEOGDMGpU6cwdepUTJ48WXnfPn36oHbt2vj5558RHByMZcuW4fDhwxpDfxARERFpyxsN65GdmTNn4vDhw7la1uHDh1G3bl3lubpPWEhICGbPno0TJ05g8eLFiI+Ph7OzMwIDA/Hdd9/B2NhYec2SJUvQq1cv+Pv7Q09PDy1atNAYcsTKygpbt25FeHg4fHx8YGdnhxEjRmiM1VajRg0sXboUw4cPx9dff41SpUph3bp1KF++fK7Wh4iIiCg/qERE8mJBV65cQaVKlQrs8BaJiYmwsrJCQkJCvvRnK6g3Mn+bm5gX1G0G8ObvREQ5ld/H77ySZxcdrFq1Cra2tnm1OCIiIiL6f7k+JfrRRx9p3ORdRBAbG4t79+5h1qxZeZocEREREb1Bwda0aVON53p6erC3t0edOnXg6emZV3kRERER0f/LdcE2cuTI/MiDiIiIiF7hvRo4l4iIiKggynELm56enkbfteyoVCqkp6e/dVJERERE9K8cF2xr16595bzo6GhMmzYNmZmZeZIUEREREf0rxwVbkyZNskw7f/48hg4dig0bNqB9+/YYM2ZMniZHRERERG/Yh+327dvo1q0bvL29kZ6ejpiYGCxevBiurq55nR8RERFRgZergi0hIQFDhgyBh4cHTp8+jaioKGzYsIG3cCIiIiLKRzk+JTphwgSMHz8eTk5O+PPPP7M9RUpEREREeS/HBdvQoUNhamoKDw8PLF68GIsXL842bs2aNXmWHBERERHlomDr1KnTa4f1ICIiIqK8l+OCbdGiRfmYBhERERG9Cu90QERERKTjWLARERER6TgWbEREREQ6jgUbERERkY5jwUZERESk41iwEREREek4FmxEREREOo4FGxEREZGOY8FGREREpONYsBERERHpOBZsRERERDqOBRsRERGRjmPBRkRERKTjWLARERER6TgWbEREREQ6jgUbERERkY5jwUZERESk41iwEREREek4FmxEREREOo4FGxEREZGOY8FGREREpOO0WrDt3r0bn332GZydnaFSqbBu3TqN+SKCESNGoEiRIjA1NUVAQAAuXryoEfPw4UO0b98elpaWsLa2RlhYGJKSkjRiTpw4gU8++QQmJiZwcXHBhAkTsuSycuVKeHp6wsTEBN7e3vj777/zfH2JiIiI3oRWC7bk5GRUrFgRM2fOzHb+hAkTMG3aNMyZMwcHDhyAmZkZgoKC8OzZMyWmffv2OH36NCIjI7Fx40bs3r0b3bt3V+YnJiYiMDAQrq6uOHLkCCZOnIhRo0Zh3rx5Ssy+ffvQtm1bhIWF4dixY2jatCmaNm2KU6dO5d/KExEREeWQSkRE20kAgEqlwtq1a9G0aVMAz1vXnJ2dMWDAAAwcOBAAkJCQAEdHRyxatAht2rTB2bNn4eXlhUOHDqFKlSoAgIiICDRs2BD//PMPnJ2dMXv2bHzzzTeIjY2FkZERAGDo0KFYt24dzp07BwBo3bo1kpOTsXHjRiWf6tWro1KlSpgzZ06O8k9MTISVlRUSEhJgaWmZV5tF4TZ0U54v831wbVzwG7+2oG4z4O22GxFRQZLfx++8orN92K5evYrY2FgEBAQo06ysrODr64vo6GgAQHR0NKytrZViDQACAgKgp6eHAwcOKDG1atVSijUACAoKwvnz5/Ho0SMl5sX3Uceo3yc7KSkpSExM1HgQERER5QedLdhiY2MBAI6OjhrTHR0dlXmxsbFwcHDQmG9gYABbW1uNmOyW8eJ7vCpGPT87Y8eOhZWVlfJwcXHJ7SoSERER5YjOFmy6btiwYUhISFAeN2/e1HZKRERE9IHS2YLNyckJABAXF6cxPS4uTpnn5OSEu3fvasxPT0/Hw4cPNWKyW8aL7/GqGPX87BgbG8PS0lLjQURERJQfdLZgc3d3h5OTE6KiopRpiYmJOHDgAPz8/AAAfn5+iI+Px5EjR5SY7du3IzMzE76+vkrM7t27kZaWpsRERkaiTJkysLGxUWJefB91jPp9iIiIiLRJqwVbUlISYmJiEBMTA+D5hQYxMTG4ceMGVCoV+vbti++//x5//fUXTp48iU6dOsHZ2Vm5krRs2bKoX78+unXrhoMHD2Lv3r3o1asX2rRpA2dnZwBAu3btYGRkhLCwMJw+fRrLly/H1KlT0b9/fyWPPn36ICIiAj///DPOnTuHUaNG4fDhw+jVq9e73iREREREWRho880PHz6MunXrKs/VRVRISAgWLVqEwYMHIzk5Gd27d0d8fDw+/vhjREREwMTERHnNkiVL0KtXL/j7+0NPTw8tWrTAtGnTlPlWVlbYunUrwsPD4ePjAzs7O4wYMUJjrLYaNWpg6dKlGD58OL7++muUKlUK69atQ/ny5d/BViAiIiL6bzozDtv7juOw5Q+Ow/ZmOA4bEVHOcBw2IiIiIsoTLNiIiIiIdBwLNiIiIiIdx4KNiIiISMexYCMiIiLScSzYiIiIiHQcCzYiIiIiHceCjYiIiEjHsWAjIiIi0nEs2IiIiIh0HAs2IiIiIh3Hgo2IiIhIx7FgIyIiItJxLNiIiIiIdBwLNiIiIiIdx4KNiIiISMexYCMiIiLScSzYiIiIiHQcCzYiIiIiHceCjYiIiEjHsWAjIiIi0nEs2IiIiIh0HAs2IiIiIh3Hgo2IiIhIx7FgIyIiItJxLNiIiIiIdBwLNiIiIiIdx4KNiPLFuHHjoFKp0LdvX2XaF198gZIlS8LU1BT29vZo0qQJzp07p/G6Q4cOwd/fH9bW1rCxsUFQUBCOHz+uEXPixAl88sknMDExgYuLCyZMmPAuVomISGtYsBFRnjt06BDmzp2LChUqaEz38fHBwoULcfbsWWzZsgUigsDAQGRkZAAAkpKSUL9+fRQvXhwHDhzAnj17YGFhgaCgIKSlpQEAEhMTERgYCFdXVxw5cgQTJ07EqFGjMG/evHe+nkRE7woLNiLKU0lJSWjfvj1++eUX2NjYaMzr3r07atWqBTc3N1SuXBnff/89bt68iWvXrgEAzp07h4cPH2LMmDEoU6YMypUrh5EjRyIuLg7Xr18HACxZsgSpqalYsGABypUrhzZt2uCrr77CpEmT3vWqEhG9MyzYiChPhYeHIzg4GAEBAf8Zl5ycjIULF8Ld3R0uLi4AgDJlyqBw4cKYP38+UlNT8fTpU8yfPx9ly5aFm5sbACA6Ohq1atWCkZGRsqygoCCcP38ejx49yrf1IiLSJhZsRJRnli1bhqNHj2Ls2LGvjJk1axbMzc1hbm6OzZs3IzIyUim+LCwssHPnTvzxxx8wNTWFubk5IiIisHnzZhgYGAAAYmNj4ejoqLFM9fPY2Nh8WjMiIu1iwUZEeeLmzZvo06cPlixZAhMTk1fGtW/fHseOHcOuXbtQunRptGrVCs+ePQMAPH36FGFhYahZsyb279+PvXv3onz58ggODsbTp0/f1aoQEekcA20nQEQfhiNHjuDu3buoXLmyMi0jIwO7d+/GjBkzkJKSAn19fVhZWcHKygqlSpVC9erVYWNjg7Vr16Jt27ZYunQprl27hujoaOjpPf89uXTpUtjY2GD9+vVo06YNnJycEBcXp/He6udOTk7vboWJiN4hFmxElCf8/f1x8uRJjWmhoaHw9PTEkCFDoK+vn+U1IgIRQUpKCgDgyZMn0NPTg0qlUmLUzzMzMwEAfn5++Oabb5CWlgZDQ0MAQGRkJMqUKZPlIgciog+FTp8SHTVqFFQqlcbD09NTmf/s2TOEh4ejcOHCMDc3R4sWLbL88r5x4waCg4NRqFAhODg4YNCgQUhPT9eI2blzJypXrgxjY2N4eHhg0aJF72L1iD4oFhYWKF++vMbDzMwMhQsXRvny5XHlyhWMHTsWR44cwY0bN7Bv3z58/vnnMDU1RcOGDQEAn376KR49eoTw8HCcPXsWp0+fRmhoKAwMDFC3bl0AQLt27WBkZISwsDCcPn0ay5cvx9SpU9G/f39trj4RUb7S6YINAMqVK4c7d+4ojz179ijz+vXrhw0bNmDlypXYtWsXbt++jebNmyvzMzIyEBwcjNTUVOzbtw+LFy/GokWLMGLECCXm6tWrCA4ORt26dRETE4O+ffuia9eu2LJlyztdT6IPnYmJCf73v/+hYcOG8PDwQOvWrWFhYYF9+/bBwcEBAODp6YkNGzbgxIkT8PPzwyeffILbt28jIiICRYoUAQBYWVlh69atuHr1Knx8fDBgwACMGDEC3bt31+bqERHlK5WIiLaTeJVRo0Zh3bp1iImJyTIvISEB9vb2WLp0KVq2bAng+RhOZcuWRXR0NKpXr47NmzejUaNGuH37tnIV2Zw5czBkyBDcu3cPRkZGGDJkCDZt2oRTp04py27Tpg3i4+MRERGR41wTExNhZWWFhIQEWFpavt2KZ8Nt6KY8X+b74Nq44Dd+bUHdZsDbbTciooIkv4/feUXnW9guXrwIZ2dnlChRAu3bt8eNGzcAPO/gnJaWpjHWk6enJ4oXL47o6GgAz8dr8vb21hgCICgoCImJiTh9+rQS8/J4UUFBQcoyXiUlJQWJiYkaDyIiIqL8oNMFm6+vLxYtWoSIiAjMnj0bV69exSeffILHjx8jNjYWRkZGsLa21niNo6OjMhZTTsZrelVMYmLifw4jMHbsWOVqNysrK2XgTyIiIqK8ptNXiTZo0ED5f4UKFeDr6wtXV1esWLECpqamWswMGDZsmEYn58TERBZtRERElC90uoXtZdbW1ihdujQuXboEJycnpKamIj4+XiMmLi5OGYspJ+M1vSrG0tLyP4tCY2NjWFpaajyIiIiI8sN7VbAlJSXh8uXLKFKkCHx8fGBoaIioqChl/vnz53Hjxg34+fkBeD5e08mTJ3H37l0lJjIyEpaWlvDy8lJiXlyGOka9DCIiIiJt0+mCbeDAgdi1axeuXbuGffv2oVmzZtDX10fbtm1hZWWFsLAw9O/fHzt27MCRI0cQGhoKPz8/VK9eHQAQGBgILy8vdOzYEcePH8eWLVswfPhwhIeHw9jYGADQo0cPXLlyBYMHD8a5c+cwa9YsrFixAv369dPmqhMREREpdLoP2z///IO2bdviwYMHsLe3x8cff4z9+/fD3t4eADB58mTo6emhRYsWSElJQVBQEGbNmqW8Xl9fHxs3bkTPnj3h5+cHMzMzhISEYMyYMUqMu7s7Nm3ahH79+mHq1KkoVqwYfv31VwQFBb3z9SUiIiLKjk6Pw/Y+4Ths+YPjsL0Zbrfc49h1RAUTx2EjIiIiojzBgo2IiIhIx7FgIyIiItJxLNiIiIiIdBwLNiIiIiIdx4KNiIiISMexYCMiIiLScSzYiIiIiHQcCzYiIiIiHceCjYiIiEjHsWAjIiIi0nEs2IiIiIh0HAs2IiIiIh3Hgo2IiIhIx7FgIyLSMRkZGfj222/h7u4OU1NTlCxZEt999x1ERIkZNWoUPD09YWZmBhsbGwQEBODAgQMayzl69Cg+/fRTWFtbo3DhwujevTuSkpLe9eoQUR5gwUZEpGPGjx+P2bNnY8aMGTh79izGjx+PCRMmYPr06UpM6dKlMWPGDJw8eRJ79uyBm5sbAgMDce/ePQDA7du3ERAQAA8PDxw4cAARERE4ffo0OnfurKW1IqK3YaDtBIiISNO+ffvQpEkTBAcHAwDc3Nzw559/4uDBg0pMu3btNF4zadIkzJ8/HydOnIC/vz82btwIQ0NDzJw5E3p6z3+bz5kzBxUqVMClS5fg4eHx7laIiN4aW9iIiHRMjRo1EBUVhQsXLgAAjh8/jj179qBBgwbZxqempmLevHmwsrJCxYoVAQApKSkwMjJSijUAMDU1BQDs2bMnn9eAiPIaCzYiIh0zdOhQtGnTBp6enjA0NMRHH32Evn37on379hpxGzduhLm5OUxMTDB58mRERkbCzs4OAFCvXj3ExsZi4sSJSE1NxaNHjzB06FAAwJ07d975OhHR22HBRkSkY1asWIElS5Zg6dKlOHr0KBYvXoyffvoJixcv1oirW7cuYmJisG/fPtSvXx+tWrXC3bt3AQDlypXD4sWL8fPPP6NQoUJwcnKCu7s7HB0dNVrdPiRjx45F1apVYWFhAQcHBzRt2hTnz5/XiLl8+TKaNWsGe3t7WFpaolWrVoiLi8t2eSkpKahUqRJUKhViYmLewRoQvdqH+a0lInqPDRo0SGll8/b2RseOHdGvXz+MHTtWI87MzAweHh6oXr065s+fDwMDA8yfP1+Z365dO8TGxuLWrVt48OABRo0ahXv37qFEiRLvepXeiV27diE8PBz79+9HZGQk0tLSEBgYiOTkZABAcnIyAgMDoVKpsH37duzduxepqan47LPPkJmZmWV5gwcPhrOz87teDaJs8aIDIiId8+TJkyytYPr6+tkWFS/KzMxESkpKlumOjo4AgAULFsDExASffvpp3iWrQyIiIjSeL1q0CA4ODjhy5Ahq1aqFvXv34tq1azh27BgsLS0BAIsXL4aNjQ22b9+OgIAA5bWbN2/G1q1bsXr1amzevPmdrocu2r17NyZOnIgjR47gzp07WLt2LZo2barttAoUtrAREemYzz77DD/88AM2bdqEa9euYe3atZg0aRKaNWsG4HlL0ddff439+/fj+vXrOHLkCLp06YJbt27h888/V5YzY8YMHD16FBcuXMDMmTPRq1cvjB07FtbW1lpas3crISEBAGBrawvg+SlOlUoFY2NjJcbExAR6enoaF2LExcWhW7du+P3331GoUKF3m7SOSk5ORsWKFTFz5kxtp1JgsYWNiEjHTJ8+Hd9++y2+/PJL3L17F87Ozvjiiy8wYsQIAM9b286dO4fFixfj/v37KFy4MKpWrYr//e9/KFeunLKcgwcPYuTIkUhKSoKnpyfmzp2Ljh07amu13qnMzEz07dsXNWvWRPny5QEA1atXh5mZGYYMGYIff/wRIoKhQ4ciIyNDuRBDRNC5c2f06NEDVapUwbVr17S4FrqjQYMGr7xKmd4NFmxERDrGwsICU6ZMwZQpU7Kdb2JigjVr1rx2Ob/99lseZ/b+CA8Px6lTpzRazuzt7bFy5Ur07NkT06ZNg56eHtq2bYvKlSsrp6CnT5+Ox48fY9iwYdpKnShbLNiIiOiD0qtXL2zcuBG7d+9GsWLFNOYFBgbi8uXLuH//PgwMDGBtbQ0nJyflQozt27cjOjpa47QpAFSpUgXt27fPcqUu0bvCgo2IiD4IIoLevXtj7dq12LlzJ9zd3V8Zqx6vbvv27bh79y4aN24MAJg2bRq+//57Je727dsICgrC8uXL4evrm78rQPQfWLAREdEHITw8HEuXLsX69ethYWGB2NhYAICVlZVyl4eFCxeibNmysLe3R3R0NPr06YN+/fqhTJkyAIDixYtrLNPc3BwAULJkySytdUTvEgs2IiL6IMyePRsAUKdOHY3pCxcuVG56f/78eQwbNgwPHz6Em5sbvvnmG/Tr1+8dZ0qUeyzYiIjogyAir40ZN24cxo0bl+Nlurm55Wi5H7qkpCRcunRJeX716lXExMTA1tY2S6sk5Q8WbERERPSfDh8+jLp16yrP+/fvDwAICQnBokWLtJRVwcKCjYiIiP5TnTp12NKoZSzYiIjygNvQTdpOQSuujQvWdgpEBQJvTUVERESk41iwEREREek4FmwvmTlzJtzc3GBiYgJfX18cPHhQ2ykRERFRAceC7QXLly9H//79MXLkSBw9ehQVK1ZEUFAQ7t69q+3UiIiIqADjRQcvmDRpErp164bQ0FAAwJw5c7Bp0yYsWLAAQ4cO1XJ2REQfHl6sQZQzLNj+X2pqKo4cOYJhw4Yp0/T09BAQEIDo6Ogs8SkpKUhJSVGeJyQkAAASExPzJb/MlCf5slxd9zbbs6BuM4Db7U287XeX2+3NcLuRtqn/Fro+bAkLtv93//59ZGRkwNHRUWO6o6Mjzp07lyV+7NixGD16dJbpLi4u+ZZjQWQ1RdsZvJ+43XKP2+zNcLu9GW433fP48WNYWVlpO41XYsH2hoYNG6aM9AwAmZmZePjwIQoXLgyVSqXFzPJWYmIiXFxccPPmTVhaWmo7nfcGt1vucZu9GW63N8Pt9mY+xO0mInj8+DGcnZ21ncp/YsH2/+zs7KCvr4+4uDiN6XFxcXBycsoSb2xsDGNjY41p1tbW+ZmiVllaWn4wX853idst97jN3gy325vhdnszH9p20+WWNTVeJfr/jIyM4OPjg6ioKGVaZmYmoqKi4Ofnp8XMiIiIqKBjC9sL+vfvj5CQEFSpUgXVqlXDlClTkJycrFw1SkRERKQNLNhe0Lp1a9y7dw8jRoxAbGwsKlWqhIiIiCwXIhQkxsbGGDlyZJbTv/TfuN1yj9vszXC7vRlutzfD7aY9KtH161iJiIiICjj2YSMiIiLScSzYiIiIiHQcCzYiIiIiHceCjYiIiEjHsWAjIiIi0nEs2IiIiPLB3Llz4evrq+006APBgo2IqIDgKE7vTmZmJuzs7HD//n00bNhQ2+nQB4AFGxG9tzIyMrSdwntBXaglJSVpOZOCQ09PD40aNcL06dNx8+ZNBAYGajslncAfDW+OBRuRDsnMzMx2OndyWWVkZEBfXx8A8Pfff+PSpUtazkh3qVQq7Nq1Cz179oSIsNDNZ+ptbGxsjKJFi6J79+7Ytm0bWrVqpe3U3in1fisxMVH5zKlUqlfu5+i/sWCjd0b95b18+TIuX76Mq1evajkj3ZKZmQk9vedfyY0bN+Kvv/5CVFQUgOc7ORZt/8rMzFSKtVatWmHMmDG4dOkSnj17puXMdNeuXbtw+PBhqFQqZdtR/lBv45UrV6Jly5aIiYmBt7c3Nm3ahAYNGmg7vXdGpVJhw4YNCAwMRFBQEL788ksAz1sfWbTlHgs2emdUKhVWr16NWrVqISAgAI0aNcKSJUu0nZZOEBGlWBswYABCQkLQp08fhISEYPDgwQBYtL1Iva06dOiAc+fOYcGCBahXrx5MTEw04gry9np53T/++GPo6enhyZMn2c6nvHX16lV89dVX6N27N+bNm4d9+/Zh1qxZuHTp0gfdp+3Fz9Xhw4fx+eefo169eihTpgx2796tXITBoi33ePN3ynciApVKhbi4OPTv3x+jR49G4cKFsW/fPnTq1AlPnz5F165dtZ2mVqlUKgDArVu3sGfPHuzYsQMGBgbYt28fevfujadPn2L69OlK0aaOL8hOnDiBo0ePYvHixfDy8sL169dx+vRp7Nq1Cx4eHujWrVuB3k4qlQoHDx5EZmYm3N3dYW1tjVu3buHkyZPw9fVVts2LLbuUdx48eAAACAwMhL6+PszMzNCyZUtkZGSgZ8+eaNeuHZYuXarlLPPWi5+l48eP48GDB/juu+8waNAgpKWl4dChQ+jcuTOqVq2KQ4cOKUUbP385w4KN8p1KpcL27dtx9OhRfP7550pxVqdOHRQqVAjdu3cHgAJftP3888/Ys2cPKlasCC8vLxgYGMDd3R1GRkb44osvoFKpMG3aNBZt/0+9/hcvXsTJkycRERGBc+fOwdraGsuWLYOBgQFCQ0O1nKX2XLt2DeHh4Thz5gxsbGxQuHBh6OvrY9asWbhw4QLKlSuHChUqID4+HnZ2dtpO94NTvHhxmJqaYufOnfD09AQAmJmZoVmzZpgwYQKWLVuGp0+fYu3atVrO9O1NnDgRVapUQd26dQEAcXFxaNGiBa5evYoRI0YAAAwNDVG9enUsWrQIoaGh8PPzQ3R0NIu13BCifPbkyRPp2bOnqFQqqVu3rsa8hw8fysiRI8XQ0FCmT5+upQy1IzMzU+P5t99+KzY2NlKrVi2N6U+ePJHffvtNzMzMpGPHju8yRZ2Rnp6eZVpKSooEBwdLxYoVxdzcXMaOHStHjx6Vx48fS82aNeWXX37RQqa6JT4+Xm7cuCEnT56UuXPniqOjo1SsWFGKFSsmrq6uYmtrK7Vr15akpKQsn0fKOfW2y8zMlIyMDBERSUxMlDZt2kj9+vVl+/btSmxycrK0b99eFi9eLFevXtVGunnqyZMn0qxZMzE0NJQ9e/aIiEhSUpIsXbpUypcvL5988olGfEZGhkRHR4udnZ3Uq1dPGym/t1iwUb558QBw9uxZ6du3r6hUKlm3bp1G3KNHj2TgwIFibW0tjx49KnAHjl9++UVOnTolCQkJMnHiRNHX15fvv/9eI+bp06cye/ZsqVOnjnJAKCheXN9Zs2bJhAkTZMWKFSIikpaWJjExMXL9+nUl5uHDh1KuXDlZuHDhu05Vq9Tfm8TERHn48GG2Mc2aNZOePXtKUlKS/PPPP7Jq1Sq5cuXKu0zzg6Pe7hEREdKjRw9p166d7N27V0Se7/eqVKkin376qfz8889y8OBB6d+/v3h5ecnt27e1mXaeunfvnoSGhkqhQoVk165dIvK8aFu9erUULVpUmjRpohGfkZEhBw4ckEuXLmkh2/cXCzbKcy/+2nzRxYsXpXv37mJpaSnr16/XmPfo0SO5d+/eO8tRV9y4cUMqVaokU6ZMERGRO3fuyNixY8XS0lJ+/PFHjdiUlBTl/wWlaHvxM9S8eXNxdHSUatWqiUqlkl69ekliYqIy/9atW3Lo0CEpX768NG7cWBvpat26devE19dXKlWqJOHh4ZKQkCAi/35exo8fL8HBwdpM8YO0efNmKVSokDRt2lRq1KghhoaGMnv2bBEROXfunISGhoq7u7sUL15cSpQoIUeOHNFyxnnjxf3Qw4cPpUOHDmJqaqoUbcnJybJq1Spxd3eXpk2baivNDwYLNspT6gPszp075csvv5QePXrIxIkTlfkXL16UHj16iJWVlWzcuFFbaeqUXr16SenSpZXncXFxMm7cOLG2tpZx48ZliS9oLZAiIseOHZOAgACJjY2V5ORk2bx5sxgbG0v37t3l/v37IiLy008/SZUqVSQkJER5XUEpbEVE9u3bJ9bW1jJo0CAZPXq0ODg4yKeffqpx2m316tVib28vcXFx2kv0A/Po0SP58ccflQJNRGTMmDGip6cnM2bMEBGR1NRUefTokZw5c0b5vL7PXt4HnTp1Sp49eyb379+XkJCQbIu2UqVKZekSQ7nDgo3y3Jo1a8Ta2lrat28vX375pdjb20v37t2V+RcvXpTw8HBRqVSyefNmLWb6bqWmpmo8V/fLun37tpQvX16jD9+9e/dkwoQJolKp5Pfff3+neeqa0NBQCQgIkLCwMI3pW7duFSMjI+nRo4ekpKRIenq67NixQ5lfkIq1c+fOyapVq+SHH35Qpl29elWKFSsm/v7+StEWFRUlZcqUkQcPHmgp0w/LqVOnxMTERMqWLaucpldTF21z5syRp0+fainD/KPefx09elRKlCihnOK9f/++dOrUKUvRtmTJEqlYsaLcvHlTazm/71iwUZ46cuSIuLu7K782L1++LPb29qJSqaRly5ZK3Llz56R///5y7tw5baX6zmzZskXj+e+//y63bt2Sx48fi8jzvh6dOnXKcsogLi5Ofv/9d0lLS3tnueqimTNniqGhodSsWVPZZupf+JGRkWJsbCwtWrTQKIgLUivko0ePxNzcXFQqlQwcOFBj3tWrV6Vo0aISGBio9PPjATNv9erVS1QqldKt4cXP3g8//CAqlUoWLFigrfTy1KxZs+Tjjz/WmHb8+HGpWLGiPH36VPmRdO/ePaVo2717t4g8L9pe7MJAuceCjd6Yesf04hV8a9askX79+onI8/5Z7u7u0q1bN1m9erUYGBhotLS93OL0IVqwYIFYW1vLnDlzROR5a1qxYsXEw8NDWrZsKVFRUSIicuHCBbG2ts7yK12toBRt2V0NKiKyaNEi0dPTk1GjRikHBfXnb8OGDRIaGvrOctRF//vf/6R48eLi7++vXHCg3j7Xrl0TU1NTadSoUYFqdXxXMjIy5Msvv5RChQpl281j4sSJcubMGS1klrcyMjJk+fLl4urqqtFHdOPGjeLt7Z0l/t69e9KlSxdRqVTKRRj0dliwUa6pDwTx8fHKtP3798v58+clLS1NDh06JOnp6dKwYUPp1KmTiDxvJvf09BSVSiXt27fXSt7acPbsWenXr5+ULVtW5s6dq0xfsGCBdO3aVYyMjKR9+/by888/S3h4uPTs2VPS0tJeWbh8yF5c502bNsn8+fNl8+bNyum7OXPmiJ6enowZMyZL0aZWEFrWXrWOu3fvFktLS+nQoUOWlsjr16/LhQsX3lmOHyL1trx48aKcOHFCDh8+rDG/W7duYmZm9kH3zX327JmsX79ePDw8pGHDhiIism3bNvHy8sr2x8D9+/fliy++kLNnz77rVD9ILNjojcTGxoqvr68sXbpUNm7cKCqVSnbu3Kkx/6OPPpKtW7eKiMjjx4+lS5cusnbtWrl48aK20n6n1Dv4CxcuSJ8+faRUqVJZxprbtm2bDB06VDw8PESlUom5ublcvnxZ4/UFwctXg1aqVEnKli0rgYGBUq5cOaWT/Pz588XQ0FC+++67AtlapN5O27dvl+HDh0v79u1l9erVyndq165dYmlpKe3atctStNGbU2/DtWvXSokSJcTT01NMTEykb9++cuPGDSWuW7duYm1tLatXr9ZWqvkuJSVF1q1bJyVLlpQWLVrIrl27pGnTprJy5Uo5ePCgnDp1SqKjoyUiIkJiY2P5+ctDLNjojaiLkGLFiomJiYlyKk99EL1//77Y2trKV199Jffu3ZMhQ4ZI+fLl5e7du9pM+515cSeVmZkpN2/elL59+0qZMmVk1qxZGrHp6ekSHx8v48ePl0qVKkm3bt0KzCnQlw0aNEg8PT3ln3/+ERGR7t27S6FCheTQoUNKzLx587Idz6+gWL16tZiYmEibNm2kWrVqUq5cOQkMDFRafHbv3i2FCxeWzz77TJKSkrSc7fvtxR8FERERYmVlJbNnz5akpCRZvny5qFQqCQsLk2vXrilxbdq0kaJFi37Q2z45OVnWrVsnHh4eoqenJ8WKFZPKlSuLs7OzuLm5SdGiRaVEiRLKj0/KGyzYKNfUxYi6Zc3R0VGWLFmizFcXGwsXLhRTU1NxdXUVJycnOXr0qFbyfddeLNZGjx4tkydPFpHnF1qoi7YXhwBQj6+WmZkpP//8s1StWlVpHSlInj59Ko0bN5Y//vhDRJ73/bGxsZHIyEgReT5GnXq7vNiaW5DcvHlTypUrpwwXIfJ87LVmzZpJ/fr1lUFwt2/fLq6urnLr1i1tpfpe+/vvv5VxITMzM+XRo0cSEhIi3333nYiIXLlyRUqWLCmfffaZmJiYSPv27TWKkw9pUFz1/uzWrVty/fp1Zd0yMzNl3bp1Uq1aNalUqZKkp6dLRkaG3LlzR5KSkj6I4Ut0DQs2ei31F/bRo0fKAXPjxo0ydepUWbdunQwcOFDKlCkjv/76a5bXXrlyRbZv3660mHzIJk6cKKdPnxaRf/tjffLJJ7JmzRol5sKFC0rRpr4QQeTfIvfWrVvi6OgoBw4ceIeZ64aMjAxp0KCBrF+/XiZNmiQ2NjYSEREhIs+LuYkTJ8qff/6p0epREE6LvvgD4MaNG+Lo6Kh0NVBbs2aNeHp6KsWtyPNbBlHu7d+/X8qWLStdunRR+k8+fvxYlixZIlevXpX79+9LxYoVlWFm5s6dK3p6etKqVSuNO258CNSfvTVr1kjp0qWlZMmSYmZmJgMHDlQupFi/fr24urpKixYttJlqgcCCjV4rMzNT7t27Jw4ODrJw4UJZvHixqFQqWbVqlYg871jfq1cvKVOmjMbl6+vXry8wHZ137Ngh5cqVk1atWinr/OTJEylRooRGwSbyvNNyv379xMvLS3766SeNeT/99JPY29t/8C0j2V1UkZ6eLiEhIVK0aFGxt7dXijWR562Tvr6+8ttvv73LNHXGX3/9JTNnzpSTJ09K+fLlZfHixSKiWbCWLVtWvvrqK22l+MHIzMyU8ePHy8cffyzdunVTWtrUd4349ddfpWbNmkpL04IFC6R69eri5OT0Qf4w3blzp5iamsq0adNkz549Mn/+fCldurR06NBBzp8/LxkZGbJ+/XqxtbWV1q1bazvdDxoLNsqxMWPGiImJiTIY5IvOnTsnvXv3ltKlS8vo0aNlxIgRoq+vr9G340O3ePFiqVu3rrRs2VLOnz8vIs8Potu2bROR561E6l+sZ8+elc6dO0vr1q0lMzNTmf7TTz9JTEyMdlbgHXmxWPvrr7+UC1dEnl957O3tLeXLl5czZ87IrVu35OTJk0oxXJCoPxMxMTFibGysdDto1aqVuLu7y8mTJ5XY9PR0CQwMlEmTJmkl1w+F+rOZmZkpEydOFD8/P+nWrZvG6b2vv/5aqlSpoowpNmTIEFmwYIE8e/ZMKznnF/Xnb8CAAVlu9bZp0yYpUaKEfPPNNyLyvE/bpk2bCswFZdrCgo1eS/0r/syZM6JSqURfX18WLlyYpZ/VxYsX5dtvvxUPDw/56KOPPpj75b3Oi60cixYtktq1a0vLli3l1KlT0qxZM9m/f7+IaI47l5ycLPHx8cprC8owHi+e3mvZsqWULl1aatasKZaWltK0aVO5cuWKnD9/XkqUKCGlSpUSOzs7qVy5ssbploJwGlTt8OHDsmrVKhk6dKjG9Jo1a4qbm5vMmDFDVq1aJYMGDRIrKyvlhwK9mZcvFsquaIuKihJ9fX0JDAyU+vXri6WlpZw4cUJbKecb9bbo0aOHcv/ZtLQ05fs3ffp0sbGxKZD3gNYWFmyUYykpKXL06FH5/vvvRV9fX2bOnJlt5/iHDx8WmA6n6p3ai1d1LliwQOrWrSt169YVlUolnp6eUrZsWSlXrpyUL19e3NzcJDw8XIkvSAWI2oABA8TLy0vu3LkjIiLh4eFib28vp06dEpHnrZFbt26V1atXS3R0tPK6D31bZWZmKuuYkpIipUqVEpVKJc2bN88yPEKHDh3Ex8dH3NzcpHr16nLs2DEtZPzhUG/f//3vf/LXX38p014s2tRXuW/YsEFatGghYWFhGi2dH6KZM2eKkZGR0j9Xva/bsGGDlCtXjrc5e4dYsNErvXgng5cvUf/6669FX19f5syZo5wamDp1quzbt++d56ktLxYPmZmZGkXbwoUL5ZNPPhFvb28ZM2aMbNu2Tf766y9ZtmyZLFq0qMAO26HWsmVLpb/jd999J7a2tsp9ZV/1i/1DH8/p/Pnz0qtXL2nWrJlMnDhRRJ4PePvxxx+Lq6urcsB88XN39+5duXXrljx69EgbKX8w1J+t1atXi729vfTs2VPpzpGZmSkTJkyQ6tWraxRtz549+6B+QLx4NeiFCxc0+uM1atRIihQpotGSOGDAAPHx8dEYQJ3yFws2ypb6yxsRESHt2rWTGjVqyKhRozROuXzzzTdibGws/fr1k65du4qBgcEHeWogOy/uqKdNmyYtW7aUJk2ayLfffqtMX7x4sfj7+0vr1q2V4RZeVFBOg758UEtMTBRPT0/5+++/ZfHixRpXgyYlJUn//v2z3H/1QxcTEyP29vbStGlTadOmjRgYGMiECRNE5PlQHmXLlpUqVaoog7R+6MXru6Teltu2bRMzMzNZuHChMtTOi6ZOnSo1a9aU1q1bf3BnEF68GtTb21scHR2lUqVKSr/RO3fuSOPGjcXIyEg+/vhjqV27tlhZWbFV9x1jwUavtG7dOrGwsJAvvvhCpk6dKnZ2dtK2bVvZtWuXEjN27Fjx9/eX2rVrf/Cd5bMzdOhQsbOzkz59+sgXX3whlpaWUqdOHeUG2+rTo/Xq1dMYEb0gOnv2rNKyOGLECHFychJTU1ONU55Xr16VKlWqyPz587WV5jt3/PhxMTU1la+//lpEnhe4vXr1kj59+khycrKIPB/O46OPPhIfHx/evP0tqX9AvHjWIC0tTYYOHarc6zghIUH27Nkj3bp1k759+8rBgwdF5HlrcGBg4Ac1zppaVFSUmJiYyLRp0yQyMlLmzp0rpUuXFj8/PyVm4cKF8u2338oPP/xQYEYA0CUs2Chbp06dktKlSysDvGZmZoqdnZ1YWVlJUFCQ7NmzR4l98OCBcmApSE6cOCHFixfXGPvq2rVr4urqKvXr11emzZw5U8LDwz+o0ye5NXr0aHFxcVFudn/48GEJCAiQKlWqyJkzZyQ5OVlOnTol5cuXl88//1zL2b47N27cEDs7uyzr3Lp1a6lYsaKUKVNGgoKCZNmyZUrRVqpUqQ9y+Ih36datW9K4cWNZuXKlMq1Lly5SsmRJOX36tLRq1UoCAgKkdu3a4unpKZ9++qmIPN8Pfqh9toYMGaJxn+fMzEw5fPiwlC5dWrknNGmXHoiykZKSgvbt2yMsLAz//PMPSpQogfbt22PXrl3YtWsXJk+ejG3btgEAbG1tUahQIS1n/O4lJycjLS0NpUuXBgCkpaXB1dUVGzduxN69e7Fs2TIAwJdffonp06dDT08PmZmZ2kxZawYMGAAnJycMHjwYu3fvho+PD3r37o3ChQujcuXKqFChAlq1aoWyZctixYoVAFAgtlVGRgbc3d2RkpKCvXv3AgDGjRuHDRs2oGXLlhg0aBCuX7+O4cOHIzk5GWvXroW1tTXS0tK0nPn77datW0hOTsacOXOwfv16AMDIkSNRqFAh1KxZEyqVCn379sXOnTsxdepU3Lp1C7dv34ZKpYKtra2Ws88bIgIAOHPmDDIyMnDv3j1cuHBBma9SqeDj44MvvvgC586dw8OHD7WVKqlpu2Ik3ZSQkCAXLlyQjIwMadu2rXTq1Ek5haC++rFjx44FejT1f/75R8zMzDTu8JCRkSEPHjwQT09P+eWXXzTiC0q/o1f1zUtOTpaqVatKxYoV5X//+5+IPL+iOCIiQlavXq1xqr0gtUZeuHBB6tevL40bN5auXbuKg4ODRh++69evi0qlUlq7C/oFK3ll37590qxZM6ldu7asX79emf5yP9yBAwdK3bp1lYurPiR//fWXuLu7y/79+2Xp0qVSuXJl2bRpk0bMmjVrxM3N7YMfzPt9wBa2Ai41NVX5pXX37l0kJSXhyZMnsLS0hIeHBzIyMnDr1i14e3vDzMwMAFC2bFksXboUo0aNgqmpqTbTfydebOl58f9FixZFWFgY5syZg1WrVgEA9PT0UKhQIRgZGUFPT/PrpVKp3k3CWiQi0NfXBwD8+OOPOH78uDKvUKFC2LVrF/T19dG9e3fs2rUL5ubmCAoKQvPmzVGrVi0Az7fxy9vuQ1aqVClMnToVT58+xZIlSzB48GAEBgZCRJCWlgZ9fX14e3vDzs4OAGBgYKDljN9v6v2dn58fBg4cCFtbW0yaNAlr164FAHh7ewMA9uzZg4EDB+KXX37B5MmTYWFhobWc85J6/e/cuYNFixZh4MCB8PX1RY0aNVCoUCH88ssv2LhxoxK7d+9eFClSRNn/kxZps1ok7fnll180+mKsW7dOypYtK5UrV5bg4GClY/OdO3ekQoUKEhISIhs3bpRhw4aJs7PzB3eV1Ku82NIzZcoU6dy5s9StW1fmzJkjN27ckJs3b0r79u2lZMmSMmDAAJkxY4b4+/uLt7d3gbkK9EXqdU5KSpJChQqJn5+fMhyFuoUxMTFR7O3tpV69erJx48YC0/L4OpcuXZLAwEBp0KCB7N69W5n+7bffiru7e4G/aCW/7N27V5o1ayZ16tRRWtquXLkiX331lVStWlWOHz+u5Qzz3q5du6Rt27ZSp04d5fsp8rzvcq1ataRChQri6ekpDRo04NWgOkQl8v/lNhUY//zzDwICAqCvr48DBw7g8ePHKF26NEaMGIGUlBTs2rULJ0+exP79++Hm5oatW7eic+fOsLCwQFpaGlavXo2PPvpI26vxTg0ZMgS//vorunXrhjNnzuCff/6Bra0t5s6dCwsLC/z++++YPXs2XFxc4ODggD/++AOGhobIyMhQWpw+ZH/++ScOHz6MPXv2oGzZsmjevDkCAgJQqVIlODg4YN68efDy8gIAPH78GA0bNsThw4cxePBgjB49WsvZ646LFy/iq6++gohg7NixiIyMxMiRI7Fv374C9517l/bt24effvoJjx49wuDBg9GgQQPcvHkTxsbGcHBw0HZ6eW7nzp1o1aoV7t+/j+XLl+Pzzz9X5t28+X/t3XlYVWUeB/DvudwLOCCLuODCqCACKpuyCokLpDkolQtaGjzRhIqyJGqGzWiOg4YOiuSSC7mUY6ZQ5BIgomKSIEOIKIKikAtkKJCKIvc3fzCc4aaRGnEu3t/neXwe73nfc87vHi6X33nf875vOc6cOYOUlBSYmZnB19cXVlZWEkbLRBInjEwCSqWSjh49Sh4eHmRvb09JSUm0ZMkSsfz8+fPk4+NDnTt3posXLxIR0cWLF6mkpIQqKiqkClsyOTk5ZGFhodLqkZycTOPHj6dx48aJrY33799XWX5KU541ioyMpN69e5O/vz8FBQVR//79SSaT0cyZM6msrIwsLCzI3d2dvv/+e3GUXVBQkEatM/s0Lly4QL6+vtS1a1dSKBSUk5MjdUjPjV+25jZ/feLECZo0aRLZ29uLkzg/D5RKpdjyffPmTXER++LiYjI3N6cxY8aI05Yw9cYJm4Zp+oJSKpV07Ngx8vT0JB0dHZoxY4ZKvaakzdTUlEpKSqQIVTK/XMHg9OnTZGxsTLm5uSr1du/eTX379hW3/3IdQk2watUqMjU1pezsbDFBLSsro1WrVpG2tjbNmjWL7ty5Iy7L5evrS1ZWVuTr6yseQ5MGGDyp8+fP0/jx48Wlutizafo9bH4j1ZKMjAyaPn36c3EzsX//fpW5Mffu3Uuurq5kbm5O48aNowMHDtClS5fI3NycJk2apHJjwL+T6om7RDUQEUEQBCiVShw9ehRLlizBpUuXkJ+fDyMjI7FecXExpk2bhqqqKpw7dw5aWloa8eB8kyVLlqB79+6wtbVFQEAAYmJi4OfnJ14/oHHgwbx58xAeHi5tsG2MiHD37l288sor8PX1FbvxgMbBFdXV1UhISEBkZCR27dqFF198Ef/4xz9QW1sLExMTLFu2TDyOJn2mnkZ9fT0UCoXUYbRbTZ+tb775Bnv37sWdO3cQEhICW1vbFgcQ1NXVQVdXtw0jbX0VFRVwd3fH8OHDsWjRItTV1cHNzQ0LFiyAXC7H5cuXsXnzZmzevBkvvPACfHx84OrqirCwMLi6ukodPvs10uWKrK01v9u8d+8eETU+JH78+HEaMmQI2draUlVVlco+xcXFdOXKlTaPVQrN7yr37dtHxsbG4gPH48aNIwsLC5UHkH/88Ueyt7enzz//vM1jVQc//PADGRoa0oEDB4jo0VbFq1evkqOjI/n7+xPRo3ftfBfP/mhpaWkkl8tp+vTpNGDAADI3N6eVK1dqxKCp06dPk5OTE4WEhFBUVBRFRkaKZdXV1bR27VpSKBSUlpZG+fn5ZGRkREFBQVRXVydh1Kwl3MKmIeh/d5v79+/H5s2bUVtbiylTpuCtt94C8P8h7Pfu3cPRo0dVWto0zWeffYYff/wRDx8+xNy5cwE0TnDq5eWF8vJyBAQEwNTUFF9++SVu3LiB3NxcjRhY8Eu1tbWwsLBAeHg43nvvPZWyps/b+++/j8TEROTm5kIQBLHFiLhljf3BKioqEBMTAwsLC8ycORMA8M477yA1NRXTp09HUFAQTExMnuvPYm5uLmbOnImKigr4+voiPj5eLKuurkZ4eDjq6uqwa9cufPvtt+jatSv69esnYcSsJZoz2ZGGombdVOnp6ZgyZQqMjY3RrVs3zJgxAxEREbh79y48PT2xcuVKdOzYEXZ2dqiurpY48rbz4MED3L17FwDw888/IzIyEhERESgtLRXraGlpITMzE76+vjh+/DgSEhLQqVMn5OTkQEtLCw0NDVKFLxlBENC7d2/s378fFy9eFLc3vwe8desW3N3doa2trfJH8Xn9A8nUQ15eHl588UUcPHgQpqam4vZ//etf8PHxwfbt25GQkIAff/zxuf4sDh48GJs2bYIgCDh8+DDy8vLEMkNDQ/To0QOFhYWoq6vD0KFDOVlTd9I17rG2dO3aNdq8eTPFxsaK25KSkkgul9OcOXPEFQvS09PJ29tbHB36vPviiy/o1VdfJUdHR/rggw+IqPGheXd3d7K0tKTz588TkWr33b1796impkbsAtSU0aCPk56eTnK5nAICAh75zFRUVJC1tTUZGhqSvb09rVy5UqNXxmBta9KkSSQIAkVFRT3yuYuMjKTu3bvT6tWrNaJrPj8/n2xtbSkwMFBlIMLbb79N3t7e4io2TL1xwqYBmpa2MTExodWrV6uUffXVVySXyyksLExcwF1T/qhu2LCBDAwMKCIigsLDw0kmk4nL/5SXl5ONjQ05OTmJE5Y+buSnpowGbclHH31ECoWCRowYQXFxcXTmzBnas2cP2dnZ0fDhw2nXrl30+eef040bN6QOlT2nfu33cOrUqWRpaUnbt28Xv9+aREVFacyNKRFRbm4uDRo0iMzNzSkwMJCCg4PJxMSEJ8VtRzhh0xAbNmwgbW1tCgkJEYe4N33Jff311yQIAs2fP1/KENvUpk2bSKFQUGJiorht6tSpFBcXR9evXyeixpY2R0dHcnZ2Fld+YI9SKpV06NAhsra2Jn19fdLS0iJXV1cKDg6WOjSmAZq+xzIzM2nJkiX07rvvUkJCglju7+9PNjY2tG3btkeSNk2Tn59P/fr1IzMzM4qOjn4upi/RJJywaZB169aRIAj04YcfqszHRkR08OBBKiwslDK8NnPkyBESBEFlsmAiInt7e7K1taWOHTvS0KFDaefOnVRWVkZ2dnbUt29fjZw0+GlUVVXRDz/8QLm5uSrXShOX6GJta+/evdSpUyeaMGECBQcHkyAIFBISIpb7+/uTnZ0dbdy4UWN6EH5NTk4O+fj4UGVlpdShsKfEo0SfM/S/EU8FBQWorKxETU0NXn75ZbE8Pj4eoaGhWLFiBSIjIyEIwnM9SupxiouLERQUBGNjY7z//vtwcnLChAkTkJ+fj2XLlsHAwACRkZFQKpVISUlBQ0MDFi5ciB07dmjkaNDfQ9M+W6ztXbx4Ed7e3pg7dy5mz56Na9euwcrKCkFBQVi1apX4OztmzBhUV1fj0KFDMDQ0lDhqaT0Pc81pIk7YniNNfxwTExMRGhoKY2NjlJeXw8XFBStXrsTAgQMhk8kQHx+PyMhIvPfee3j//fc18g9q05qNWlpauH37Nu7du4e9e/eiT58+ABqHwzs5OSExMRF+fn7ifpqyNihj6oqaTfwtk8mQnZ2N0NBQnDx5EpcvX4anpyfGjRuH9evXAwCys7Ph7OwMALh69Sp69uwpZfiMPTOe1qMdUyqVKq8FQUBaWhqCgoKwePFi5OfnIz09HampqQgPD0deXh6ICLNnz8bSpUuxZs0a3Lp1S6LopWVpaYm4uDjcv38fBQUFePfdd9GnTx8olUpxWgobGxuYmJio7MfJGmNtr+m77uHDh+INZm1tLYDG772amhqkpaVhxIgR+Mtf/oK1a9cCAE6fPo3o6GicPXsWADhZY+0aJ2ztVNPd5eXLl/HVV18BaJxPbP/+/QgNDUVQUBBKS0sxceJEBAQE4PLlywgJCUFubi6USiXmzZuHkpISdOrUSeJ3Ih1LS0ts2LABbm5uSEhIwPHjxyGTySAIAv7+97+ja9euGDp0qNRhMqbxZDIZLl26hHXr1gEAdu/ejT59+qCqqgo9evRAr169MGHCBLi7u2Pjxo2Qy+ViverqanTr1k3K8BlrFXKpA2DPRiaT4dq1a3B2dkaXLl3w888/47XXXsPYsWPRs2dP3L59G/7+/hg5ciQ2bdqEI0eOYNSoUQgODsaWLVtgb28PY2Njqd+G5CwsLLB27VqEhoZi+fLlEAQBsbGxuHDhAgoKCiCTycTkmDEmnV27diEmJgY5OTnYs2cP1q1bJ95wTps2DWfOnIGBgQGOHTsGPT09fPrpp0hISMCxY8fQuXNniaNn7PfjhK0du3DhAqqqqtC3b1/s3r0bMpkMU6ZMAQAkJiaCiLBgwQIAjQ+Zjhs3DuXl5S0ufKyJmrpHIyIiMHLkSJibm6OgoAAKhQIPHz4U79YZY9KJiopCQUEBdu7ciUmTJmHq1Kli2fTp01FTU4M9e/Zg9OjRsLa2hpaWFjIyMmBrayth1Iy1Hm42aMeGDx+OwMBA1NfXQ6FQ4OOPP8aOHTsANK6jd/36dXTo0AFA41qhDg4OyM7Ohrm5uZRhqyVLS0usXLkSM2bM4GSNMTXz4MEDEBEUCgX8/Pxw6tQpxMXFobKyUqwTEhKCPXv2ICsrC0lJSUhNTYW9vb2EUTPWuniUaDvxy265+/fvQ0dHBwcOHMCePXswdepUbNy4ETdv3kRERASGDx+OQYMGQVdXF6ampigoKEBGRgYcHBykexPtCCdrjKmfplHaCxcuxGeffYZZs2bhzTffRJcuXQA03qjy82rsecUtbO1AU7JWXl6OxMREAICOjg4AwNnZGVlZWSguLsaGDRvQuXNnrFy5EpmZmcjNzcUrr7yCYcOG4eTJk5ysPQVO1hiTVlNbwtmzZ5Gamoq0tDRUV1cDAKKjo/H6669j/fr12LJlC0pLS7F48WLY2tqirq4O3A7BnkfcwtZOlJeXw9HREVVVVXjppZcQEBAABwcH9O/fH8nJyYiJicHevXtx8+ZNLFq0CFVVVQgJCcHEiROlDp0xxp5K8zklZ86ciZ49e6KoqAivvvoqXn/9dYwePRoA8Le//Q07d+6Enp4efvrpJyQmJsLV1VXi6Bn7Y3DC1k5cuXIFEydOhEKhwP379zF48GCkpqbivffeg5GREXbs2IFZs2bhpZdeQmFhIcLCwqCrq4tPP/0UBgYGUofPGGNP5fDhw/D398eyZcsQHByMr776CpMnT8bIkSMxa9Ys+Pr6AgBSU1Nx9+5d2NnZoW/fvhJHzdgfhxO2dqS4uBjvvvsulEol3njjDQiCgDVr1sDIyAhffvklXFxccOzYMWhra6OoqAh6enro1auX1GEzxtgTIyLU1dVh3rx50NPTw4oVK1BaWgofHx/Y2NigrKwMBgYGiIqKwpgxY6QOl7E2wwlbO1NUVISIiAg0NDRg7dq16NmzJ86cOYNly5bB398f06ZN4/UbGWPtQtPzuc2XfLtx4wZMTU2RlZUFIyMjdO/eHSNHjoSDgwO2bNmCAwcOYPLkyRg8eDAWLlyIl156SeJ3wVjb4EEH7YyVlRXWrFkDAJgzZw7y8vLg5uaG5ORkTJs2DQA4WWOMtQsymQxFRUWIi4sDAOzZswcODg6oqKiAg4MDrK2tcfjwYchkMixZskTcb8CAAejUqRPPscY0Cids7ZClpSXi4+Mhk8mwdOlSZGZmSh0SY4w9kyNHjmDu3LmYPn06pk6dihUrVqBbt27iSPg7d+6gtrYW169fBwCcPHkSY8aMwfbt2/mRD6ZRuEu0HSsuLsY777yDmzdvIjY2Fm5ublKHxBhjLXpcN2hgYCB27NiBCRMm4PPPP1epn52djYCAAOjr60Mul6OgoACZmZmws7OTInzGJMMtbO2YpaUlYmJi0KtXL/To0UPqcBhjrEVNydrly5exZcsWnDx5EkBj16i/vz+++OILREdHi/OtERGcnZ3x0UcfYezYsXB3d8d3333HyRrTSDw7aDtnbW2NTz/9FNra2lKHwhhjv6opWTtz5gwmTpyIgQMHijeaW7duBQC4uroiIiICRITZs2eLUxJZW1tjxIgRksXOmDrghO05wMkaY0zdyWQynD9/Hl5eXggODsacOXMe6RkICwtDQ0MDIiMjAQCvvfYadu7ciY0bN+Ls2bPo2LEjD6piGoufYWOMMfaHq6urwxtvvIGuXbsiPj5e3F5fX4+KigrU1NRgwIABAIDY2FgsWrQIVlZWKCsrw6FDh+Dk5CRV6IypBW5hY4wx9oeTy+W4ceMGhg0bJm775ptvcOjQIWzduhUmJibo3bs30tPTERERgSFDhuD27duws7NDnz59pAucMTXBLWyMMcb+cDU1NXB1dcULL7yAuXPnYt++fdi2bRsGDRqEYcOGQV9fH9HR0fD19UVsbKzU4TKmdjhhY4wx1ibS09MxevRo9OzZE1VVVYiJicGoUaPQr18/1NfXw9fXF927d8cnn3widaiMqR3uEmWMMdYmRo4ciUuXLqGyshK9e/dG586dxTItLS0YGhrCzMwMTe0IPMCAsf/jFjbGGGOSevDgAZYuXYqtW7ciIyMDlpaWUofEmNrhFjbGGGOS2blzJ7Kzs7F7924cPHiQkzXGfgUnbIwxxiRRVFSELVu2wNjYGEeOHIGNjY3UITGmtrhLlDHGmGQqKyuho6MDQ0NDqUNhTK1xwsYYY4wxpuZ48XfGGGOMMTXHCRtjjDHGmJrjhI0xxhhjTM1xwsYYY4wxpuY4YWOMMcYYU3OcsDHGGGOMqTlO2BhjjDHG1BwnbIyx361Pnz5YvXr1E9e/fPkyBEFAXl7er9b55JNPYGRk9Ltje1bDhw9HeHi4JOcWBAFJSUmSnJsxpp44YWNMQwUGBkIQBCxfvlxle1JSEgRBeKpjZWdn4+23327N8NhvuHHjBsLCwtCvXz/o6uqiW7du8PDwwPr163H37l2pw2OMtTJeS5QxDaarq4sVK1YgODgYxsbGz3ycLl26tGJU0iIiNDQ0SB1Giy5dugQPDw8YGRnhn//8J2xtbaGjo4MzZ87g448/Rs+ePTF+/PjH7ltfXw+FQtHGETPGfi9uYWNMg3l7e8PU1BTR0dEt1svMzMQLL7yADh06wMzMDKGhobhz545Y/ssu0fPnz8PT0xO6uroYMGAA0tLSHtvNd+nSJYwYMQJ/+tOfYG9vj5MnTz5y7qSkJFhaWkJXVxejR49GeXm5Svn69ethYWEBbW1tWFlZYceOHWLZ47peb9++DUEQkJGRAQDIyMiAIAg4ePAghgwZAh0dHWRmZgIAlEol5s+fj06dOsHU1BSLFy9WOXdZWRn8/Pygr68PAwMDTJ48GRUVFU8cHwAUFxdj2LBh4rVKTU197M+guVmzZkEulyMnJweTJ0+GjY0NzM3N4efnh/3792PcuHFiXUEQsH79eowfPx56enpYtmxZq163/fv3w87ODrq6unBzc0NBQcFvxs8YewbEGNNIAQEB5OfnR/v27SNdXV0qLy8nIqLExERq/tVQUlJCenp6FBsbSxcuXKATJ06Qo6MjBQYGinV69+5NsbGxRET08OFDsrKyIh8fH8rLy6Pjx4+Ti4sLAaDExEQiIiotLSUAZG1tTV9//TUVFRXRxIkTqXfv3lRfX09ERAkJCaRQKMjJyYm+/fZbysnJIRcXFxo6dKh43n379pFCoaCPPvqIioqKaNWqVaSlpUXp6ekq5/nPf/4j7nPr1i0CQEeOHCEioiNHjhAAsrOzo5SUFCopKaGffvqJvLy8yMDAgBYvXkwXLlygbdu2kSAIlJKSQkREDQ0N5ODgQJ6enpSTk0NZWVk0ZMgQ8vLyeuL4GhoaaNCgQTRq1CjKy8ujo0ePkqOjo8q1+qWbN2+SIAgUHR39RD9nANS1a1faunUrXbx4ka5cudKq183GxoZSUlIoPz+ffH19qU+fPvTgwYMnio0x9uQ4YWNMQzUlbEREbm5u9OabbxLRowlbUFAQvf322yr7Hj9+nGQyGd27d4+IVBO2gwcPklwup+vXr4v1U1NTH5uwbd68Waxz9uxZAkDnzp0josaEDQBlZWWJdc6dO0cA6LvvviMioqFDh9Jf//pXldgmTZpEY8eOVTnPkyQeSUlJKsfx8vIiT09PlW3Ozs60YMECIiJKSUkhLS0tKisre+Q9nDp16oni++abb0gul9PVq1fF8oMHD7aYsGVlZREA2rdvn8p2ExMT0tPTIz09PZo/f764HQCFh4er1G3N6/bvf/9brPPTTz9Rhw4daPfu3Y+NnTH27LhLlDGGFStWYNu2bTh37twjZd9//z0++eQT6Ovri/9Gjx4NpVKJ0tLSR+oXFRXBzMwMpqam4jYXF5fHntfOzk78f/fu3QEAlZWV4ja5XA5nZ2fxtbW1NYyMjMQ4z507Bw8PD5Vjenh4PPZ9/BYnJ6cW42uKsSm+c+fOwczMDGZmZmL5gAEDniq+pmP06NFDLHd3d3/q2AHg1KlTyMvLw8CBA3H//v0W31trXrfm8Xbq1AlWVlbPdBzGWMt40AFjDMOGDcPo0aOxcOFCBAYGqpT9/PPPCA4ORmho6CP7/fnPf/5d523+8HvTyFSlUvm7jtmcTNZ4T0pE4rb6+vrH1tXT02sxPqAxxtaM71n069cPgiCgqKhIZbu5uTkAoEOHDo/s87j31pKnuW6MsbbBLWyMMQDA8uXLkZyc/MiD/4MHD0ZhYSH69ev3yD9tbe1HjmNlZYXy8nKVh++zs7OfKaaHDx8iJydHfF1UVITbt2/DxsYGAGBjY4MTJ06o7HPixAkMGDAAwP9Hr16/fl0sb2nut6dhY2OD8vJylUEQhYWFuH37tnj+34qv6RjN48vKymrxvCYmJvDx8UF8fLzKwI+njb21rlvzeG/duoULFy6IPx/GWOvhFjbGGADA1tYWr7/+OuLi4lS2L1iwAG5ubpg9ezbeeust6OnpobCwEKmpqYiPj3/kOD4+PrCwsEBAQAA+/PBD1NbWYtGiRQDw1PO7KRQKzJkzB3FxcZDL5Zg9ezbc3NzELtZ58+Zh8uTJcHR0hLe3N5KTk7Fv3z6kpaUBaGxtcnNzw/Lly9G3b19UVlaKsfxe3t7e4jVbvXo1Hj58iFmzZsHLy0vsgvyt+Ly9vdG/f38EBAQgJiYGNTU1iIqK+s1zr1u3Dh4eHnBycsLixYthZ2cHmUyG7OxsnD9/HkOGDGlx/9a8bh988AFMTEzQrVs3REVFoXPnznj55Zef4koyxp6I1A/RMcak0XzQQZPS0lLS1tamX341nDp1inx8fEhfX5/09PTIzs6Oli1bJpY3H3RA1Dg4wMPDg7S1tcna2pqSk5MJAB06dEg8D37jofaEhAQyNDSkvXv3krm5Oeno6JC3tzdduXJFJbZ169aRubk5KRQK6t+/P23fvl2lvLCwkNzd3alDhw7k4OBAKSkpj314/tatWyr7eXl5UVhYmMo2Pz8/CggIEF9fuXKFxo8fT3p6etSxY0eaNGkS3bhx46niKyoqIk9PT9LW1qb+/fvToUOHWhx00OTatWs0e/Zs6tu3LykUCtLX1ycXFxeKiYmhO3fuiPV+7Vitdd2Sk5Np4MCBpK2tTS4uLvT999+3GDdj7NkIRM0eUmCMsT/AiRMn4OnpiZKSElhYWEgdDmsFGRkZGDFiBG7duiXpEmKMaQruEmWMtbrExETo6+vD0tISJSUlCAsLg4eHBydrjDH2jDhhY4y1utraWixYsABlZWXo3LkzvL29sWrVKqnDYoyxdou7RBljjDHG1BxP68EYY4wxpuY4YWOMMcYYU3OcsDHGGGOMqTlO2BhjjDHG1BwnbIwxxhhjao4TNsYYY4wxNccJG2OMMcaYmuOEjTHGGGNMzf0XqmKGriZq93cAAAAASUVORK5CYI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220" name="AutoShape 4" descr="data:image/png;base64,iVBORw0KGgoAAAANSUhEUgAAAmwAAAIDCAYAAAC5N0KqAAAAOnRFWHRTb2Z0d2FyZQBNYXRwbG90bGliIHZlcnNpb24zLjEwLjAsIGh0dHBzOi8vbWF0cGxvdGxpYi5vcmcvlHJYcgAAAAlwSFlzAAAPYQAAD2EBqD+naQAAoPBJREFUeJzs3XdYFGfXBvB76UhHmigCioooakRFNLFBQMXYY1dE1GjQ2FtibCm2xN4TWxKNvUSNKGJ7Vexi7z0qWAFBpZ7vD7+duIIRFNxV7t917aU7c3b2zLA7c/aZZ55RiYiAiIiIiHSWnrYTICIiIqL/xoKNiIiISMexYCMiIiLScSzYiIiIiHQcCzYiIiIiHceCjYiIiEjHsWAjIiIi0nEs2IiIiIh0HAs2IiIiIh3Hgu0VVCoVevXq9dq4RYsWQaVS4dq1a7lafp06dVC+fPk3zC7/XLt2DSqVCosWLXrj1/7000+vje3cuTPMzc3fIMP85ebmhkaNGmk7DcXb/D0KGl37270t9b7l8OHD2k4lizp16qBOnTpv/Fpd3Pe9L3bu3AmVSoVVq1ZpO5UciYuLQ8uWLVG4cGGoVCpMmTLlrZb3Np+97Li5uaFz5855trz89MEVbCtWrIBKpcLatWuzzKtYsSJUKhV27NiRZV7x4sVRo0aNd5FinnBzc4NKpULv3r2zzHvfvtCUd+7evYuhQ4fC29sb5ubmMDExgYeHB0JDQ7Fnzx5tp0fZmDVrllYL8tftL3T1x1Vu3L59G6NGjUJMTEyO4tXFsomJCW7dupVlPovOnOvXrx+2bNmCYcOG4ffff0f9+vVfGZvThpLc2rdvH0aNGoX4+Pg8X/a79MEVbB9//DEAZDk4JSYm4tSpUzAwMMDevXs15t28eRM3b95UXpsbHTt2xNOnT+Hq6vrmSb+FX375Bbdv386z5bm6uuLp06fo2LFjni2T3o2DBw+iXLlymDJlCnx8fDB+/HjMmDEDrVu3xsGDB/HJJ59g9+7d2k6TXqLtgu1NbN26FVu3btV2Gjl2+/ZtjB49OscFm1pKSgrGjRuXP0kVENu3b0eTJk0wcOBAdOjQAZ6enm+1vDf57O3btw+jR4/OtmA7f/48fvnll7fK6V0x0HYCec3Z2Rnu7u5ZCrbo6GiICD7//PMs89TP36Rg09fXh76+/psn/BbKlSuH8+fPY9y4cZg2bVqeLFP9q7KgSU5OhpmZmbbTeGOPHj1C06ZNYWBggJiYmCw7xe+//x7Lli2Dqanpfy7nfd8O9G4YGRlpO4V3olKlSvjll18wbNgwODs7azuddyqv9gV3796FtbX12yf0//L6s2dsbJyny8tPH1wLG/C88Dp27BiePn2qTNu7dy/KlSuHBg0aYP/+/cjMzNSYp1KpULNmzSzLWrduHcqXLw9jY2OUK1cOERERGvNf1Ydt8+bNqF27NiwsLGBpaYmqVati6dKlWZZ/5swZ1K1bF4UKFULRokUxYcKEHK+nm5sbOnXqlONWtlu3bqFLly5wdHRU1mfBggUaMa/qM7Vy5Up4eXnBxMQE5cuXx9q1a9G5c2e4ubll+17z5s1DyZIlYWxsjKpVq+LQoUPZxl25cgVBQUEwMzODs7MzxowZAxHRiElOTsaAAQPg4uICY2NjlClTBj/99JNG3H/19VKpVBg1apTyfNSoUVCpVDhz5gzatWsHGxubLMX6nj17UK1aNZiYmKBEiRL47bffss39888/h62tLQoVKoTq1atj06ZNWeLu3r2LsLAwODo6wsTEBBUrVsTixYuzxMXHx6Nz586wsrKCtbU1QkJCctyEP2fOHNy5cwdTpkzJ9hesSqVC27ZtUbVq1Rxth/T0dHz33XfK39DNzQ1ff/01UlJSsiz3xW2r9nK/EPX3ZPfu3fjiiy9QuHBhWFpaolOnTnj06JHGaw8fPoygoCDY2dnB1NQU7u7u6NKlS462A/D6v93Dhw8xcOBA5bSxpaUlGjRogOPHjysxcXFxMDAwwOjRo7Ms//z581CpVJgxY4YyLT4+Hn379lU+ox4eHhg/frzGfiY7bm5uOH36NHbt2gWVSgWVSpWlf05KSgr69+8Pe3t7mJmZoVmzZrh3716WZW3evBmffPIJzMzMYGFhgeDgYJw+fTonmyzXsutHdP36dTRu3BhmZmZwcHBQToWpVCrs3LkzyzJysu9LSUnByJEj4eHhAWNjY7i4uGDw4MFZPoeRkZH4+OOPYW1tDXNzc5QpUwZff/01gOenfNWf+9DQUGU756RV8+uvv0ZGRsZrW9neZP9z4cIFdOjQAVZWVrC3t8e3334LEcHNmzfRpEkTWFpawsnJCT///HO275mRkYGvv/4aTk5OMDMzQ+PGjXHz5s0scQcOHED9+vVhZWWFQoUKoXbt2lnOMuVkn/iy1+3/1N95EcHMmTOV7f62svvsTZ8+HeXKlUOhQoVgY2ODKlWqKMfbUaNGYdCgQQAAd3d3JQ/1MftV+6q9e/e+9nuXmZmJUaNGwdnZGYUKFULdunVx5syZLMtMS0vD6NGjUapUKZiYmKBw4cL4+OOPERkZmat1/+Ba2IDnBdvvv/+OAwcOKH/YvXv3okaNGqhRowYSEhJw6tQpVKhQQZnn6emJwoULayxnz549WLNmDb788ktYWFhg2rRpaNGiBW7cuJEl9kWLFi1Cly5dUK5cOQwbNgzW1tY4duwYIiIi0K5dOyXu0aNHqF+/Ppo3b45WrVph1apVGDJkCLy9vdGgQYMcres333yD33777bWtbHFxcahevbrSR8De3h6bN29GWFgYEhMT0bdv31e+dtOmTWjdujW8vb0xduxYPHr0CGFhYShatGi28UuXLsXjx4/xxRdfQKVSYcKECWjevDmuXLkCQ0NDJS4jIwP169dH9erVMWHCBERERGDkyJFIT0/HmDFjAAAigsaNG2PHjh0ICwtDpUqVsGXLFgwaNAi3bt3C5MmTc7SdsvP555+jVKlS+PHHHzWKv0uXLqFly5YICwtDSEgIFixYgM6dO8PHxwflypVTtmeNGjXw5MkTfPXVVyhcuDAWL16Mxo0bY9WqVWjWrBkA4OnTp6hTpw4uXbqEXr16wd3dHStXrkTnzp0RHx+PPn36KOvZpEkT7NmzBz169EDZsmWxdu1ahISE5GhdNmzYAFNTUzRv3jxPtkPXrl2xePFitGzZEgMGDMCBAwcwduxYnD17Ntv+oTnVq1cvWFtbY9SoUTh//jxmz56N69evK/2o7t69i8DAQNjb22Po0KGwtrbGtWvXsGbNmhwtPyd/uytXrmDdunX4/PPP4e7ujri4OMydOxe1a9fGmTNn4OzsDEdHR9SuXRsrVqzAyJEjNd5j+fLl0NfXx+effw4AePLkCWrXro1bt27hiy++QPHixbFv3z4MGzZMKaJfZcqUKejduzfMzc3xzTffAAAcHR01Ynr37g0bGxuMHDkS165dw5QpU9CrVy8sX75cifn9998REhKCoKAgjB8/Hk+ePMHs2bOVH6+v+mH1osePH+P+/ftZpr9cHGUnOTkZ9erVw507d9CnTx84OTlh6dKl2fYXBnK278vMzETjxo2xZ88edO/eHWXLlsXJkycxefJkXLhwAevWrQMAnD59Go0aNUKFChUwZswYGBsb49KlS0pRUrZsWYwZMwYjRoxA9+7d8cknnwBAjvosu7u7Kz+Khw4dmqetbK1bt0bZsmUxbtw4bNq0Cd9//z1sbW0xd+5c1KtXD+PHj8eSJUswcOBAVK1aFbVq1dJ4/Q8//ACVSoUhQ4bg7t27mDJlCgICAhATE6O0pG/fvh0NGjSAj48PRo4cCT09PSxcuBD16tXD//73P1SrVk1jma/aJ74sJ/u/WrVq4ffff0fHjh3x6aefolOnTnm27V70yy+/4KuvvkLLli3Rp08fPHv2DCdOnMCBAwfQrl07NG/eHBcuXMCff/6JyZMnw87ODgBgb2//n8vNyfdu2LBhmDBhAj777DMEBQXh+PHjCAoKwrNnzzSWNWrUKIwdOxZdu3ZFtWrVkJiYiMOHD+Po0aP49NNPc76y8gE6ffq0AJDvvvtORETS0tLEzMxMFi9eLCIijo6OMnPmTBERSUxMFH19fenWrZvGMgCIkZGRXLp0SZl2/PhxASDTp09Xpi1cuFAAyNWrV0VEJD4+XiwsLMTX11eePn2qsczMzEzl/7Vr1xYA8ttvvynTUlJSxMnJSVq0aPHadXR1dZXg4GAREQkNDRUTExO5ffu2iIjs2LFDAMjKlSuV+LCwMClSpIjcv39fYzlt2rQRKysrefLkiYiIXL16VQDIwoULlRhvb28pVqyYPH78WJm2c+dOASCurq7KNPVrCxcuLA8fPlSmr1+/XgDIhg0blGkhISECQHr37q2xfYKDg8XIyEju3bsnIiLr1q0TAPL9999r5N2yZUtRqVTK3ye7vNUAyMiRI5XnI0eOFADStm3bbLcrANm9e7cy7e7du2JsbCwDBgxQpvXt21cAyP/+9z9l2uPHj8Xd3V3c3NwkIyNDRESmTJkiAOSPP/5Q4lJTU8XPz0/Mzc0lMTFRYz0nTJigxKWnp8snn3zyyvV6kY2NjVSqVCnL9MTERLl3757ySEpKeu12iImJEQDStWtXjekDBw4UALJ9+3Zl2svbVs3V1VVCQkKU5+rviY+Pj6SmpirTJ0yYIABk/fr1IiKydu1aASCHDh36z/XNTk7/ds+ePVP+PmpXr14VY2NjGTNmjDJt7ty5AkBOnjypEevl5SX16tVTnn/33XdiZmYmFy5c0IgbOnSo6Ovry40bN/4z73Llyknt2rWzTFdvs4CAAI19R79+/URfX1/i4+NF5PnnztraOss+LDY2VqysrLJMf5l6f/FfDzMzM43X1K5dWyPnn3/+WQDIunXrlGlPnz4VT09PASA7duzQeG1O9n2///676OnpaXzHRETmzJkjAGTv3r0iIjJ58mQBoOwzsnPo0KEcfY/U1Nv+0KFDcvnyZTEwMJCvvvpKYx3KlSunPH+T/U/37t2Vaenp6VKsWDFRqVQybtw4ZfqjR4/E1NRU47uk/nsVLVpU2X+IiKxYsUIAyNSpU0Xk+f60VKlSEhQUpPH5efLkibi7u8unn36aJafs9onZyen+T73+4eHhOVpuTmJf/uw1adJE42+RnYkTJ2ocp1/0qn3V6753sbGxYmBgIE2bNtVY3qhRowSAxjIrVqyoHK/fxgd5SrRs2bIoXLiw0jft+PHjSE5OVn5R1ahRQ/n1FR0djYyMjGybfwMCAlCyZEnleYUKFWBpaYkrV6688r0jIyPx+PFjDB06NEtfsJebg83NzdGhQwfluZGREapVq/afy8/O8OHDkZ6e/spmexHB6tWr8dlnn0FEcP/+feURFBSEhIQEHD16NNvX3r59GydPnkSnTp00rhSrXbs2vL29s31N69atYWNjozxX/6LNbr1evCJI3fqXmpqKbdu2AQD+/vtv6Ovr46uvvtJ43YABAyAi2Lx5c7Y55ESPHj2yne7l5aXkDDz/JVamTBmN/P/++29Uq1ZN43Njbm6O7t2749q1azhz5owS5+TkhLZt2ypxhoaG+Oqrr5CUlIRdu3YpcQYGBujZs6cSp6+vn+1VwNlJTEzM9kq+jh07wt7eXnkMGTLktdvh77//BgD0799fY/qAAQMAINvTvjnVvXt3jVbWnj17wsDAQHlPdV+XjRs3Ii0tLdfLz8nfztjYGHp6z3d9GRkZePDggXIa7cXvQfPmzWFgYKDxi/rUqVM4c+YMWrdurUxbuXIlPvnkE9jY2Gh8twICApCRkfHWF3p0795dY9/xySefICMjA9evXwfwfJ8THx+Ptm3bary/vr4+fH19X9nK9bIRI0YgMjIyyyMwMPC1r42IiEDRokXRuHFjZZqJiQm6deuWbXxO9n0rV65E2bJl4enpqbFe9erVAwBlvdSfmfXr17/2FPSbKFGiBDp27Ih58+bhzp07ebbcrl27Kv/X19dHlSpVICIICwtTpltbW2f5/Kp16tQJFhYWyvOWLVuiSJEiyncpJiYGFy9eRLt27fDgwQNl+yUnJ8Pf3x+7d+/Osr1etU98WU73f++CtbU1/vnnn1d2u3lTr/veRUVFIT09HV9++aXG67LbZ1tbW+P06dO4ePHiW+X0QRZsKpUKNWrUUPqq7d27Fw4ODvDw8ACgWbCp/82uYCtevHiWaTY2Nln63Lzo8uXLAJCjS76LFSuWpYh73fKz87odyr179xAfH4958+ZpHLzt7e0RGhoK4Hk/q+yoP5zqbfei7KYBWbebunh7eb309PRQokQJjWmlS5cGAKV/wfXr1+Hs7KyxYwKeF+Uv5vcm3N3ds52ek7/79evXUaZMmSxxL+d1/fp1lCpVSikQ/iuuSJEiWYqu7N4jOxYWFkhKSsoyfcyYMcqB91Ve3g7Xr1+Hnp5elr+vk5MTrK2t32qblypVSuO5ubk5ihQpovy9a9eujRYtWmD06NGws7NDkyZNsHDhwhydlgNy9rfLzMzE5MmTUapUKRgbG8POzg729vY4ceIEEhISlDg7Ozv4+/tjxYoVyrTly5fDwMBA49TzxYsXERERkeW7FRAQAODV362cet33SX0QqFevXpYctm7dmuP39/b2RkBAQJZHkSJFXvva69evo2TJkln2Z6/aR+Rk33fx4kWcPn06yzqp9xHq9WrdujVq1qyJrl27wtHREW3atMGKFSvytHh73Y/iN/Hy39XKygomJibKKbsXp2d3THj5u6RSqeDh4aF8l9Sfi5CQkCzb8Ndff0VKSorG5x149T7xZTnd/70LQ4YMgbm5OapVq4ZSpUohPDw8Sx+9N/G6792rjo22trYaDRbA8/1wfHw8SpcuDW9vbwwaNAgnTpzIdU4fZB824HkBtmHDBpw8eVLpv6ZWo0YNpQ/Unj174OzsnKVwAPDKqz/lP87t50ZeLv+bb77B77//jvHjx6Np06Ya89Q7rg4dOryyT5S6P19eyO/tlp1XdWbNyMh45WtedcWkNvJ/W56enjh+/DjS0tI0WrBy8nd91XZ4mw7C/7Xd/4t6PLD9+/djw4YN2LJlC7p06YKff/4Z+/fvf+14YDn52/3444/49ttv0aVLF3z33XewtbWFnp4e+vbtm+Ug36ZNG4SGhiImJgaVKlXCihUr4O/vr3FQzczMxKefforBgwdn+97qAuNNvW6d1Dn//vvvcHJyyhJnYKB7u/mc/J0yMzPh7e2NSZMmZRvr4uIC4Pnnd/fu3dixYwc2bdqEiIgILF++HPXq1cPWrVvz5Cr+EiVKoEOHDpg3bx6GDh2aZf6b7H+yyysv9z3qz8XEiRNRqVKlbGNe/j697ipyXVS2bFmcP38eGzduREREBFavXo1Zs2ZhxIgR2V40lFN5+beoVasWLl++jPXr12Pr1q349ddfMXnyZMyZM0ejpfV1dO+bnEdeHI9t7969Gp3qfXx8YGxsjJ07d+LAgQNo2LBhnr2v+hTqqVOnXvnrMj+ULFkSHTp0wNy5c+Hr66sxz97eHhYWFsjIyFB+9eeUeny5S5cuZZmX3bTcyMzMxJUrVzQOaBcuXAAApZO0q6srtm3bhsePH2u0sp07d04jP/UvmpevqsyvX3qurq44f/58lukv5+Xq6ooTJ04gMzNTo5Utu7ioqCgkJSVp7ESze4/sNGrUCPv378fatWvRqlWrN1up/+fq6orMzExcvHhR+cUMPO9oHB8frzHmoI2NTZZtnpqa+spTRxcvXkTdunWV50lJSbhz506W72D16tVRvXp1/PDDD1i6dCnat2+PZcuW5Wrn9iqrVq1C3bp1MX/+fI3p8fHxWVo3mjZtii+++EI5LXrhwgUMGzZMI6ZkyZJISkrK9XdL7W2vnFPvcxwcHN44h7fl6uqKM2fOQEQ01udt9hElS5bE8ePH4e/v/9ptpKenB39/f/j7+2PSpEn48ccf8c0332DHjh0ICAjIk6sThw8fjj/++APjx4/PMu9d738AZDm9JiK4dOmS8iNN/bmwtLTM889FTvd/74qZmRlat26N1q1bIzU1Fc2bN8cPP/yAYcOGwcTEJE/+/i978dj4YsvkgwcPsm0RtbW1RWhoKEJDQ5GUlIRatWph1KhRudqnfZCnRAGgSpUqMDExwZIlS3Dr1i2NFjZjY2NUrlwZM2fORHJy8huNv/YqgYGBsLCwwNixY7NcKZLfLTTDhw9HWlpalsvj9fX10aJFC6xevRqnTp3K8rrshghQc3Z2Rvny5fHbb79pnHLbtWsXTp48+dY5vzg0gohgxowZMDQ0hL+/PwCgYcOGyMjI0IgDgMmTJ0OlUilXlFlaWsLOzi5Lf6FZs2a9dY7ZadiwIQ4ePIjo6GhlWnJyMubNmwc3Nzd4eXkpcbGxsRr9oNLT0zF9+nSYm5ujdu3aSlx6ejpmz56txGVkZGD69Ok5yqdnz55wdHREv379lKL3Rbn57KmLp5evblS3dAQHByvTSpYsmWWbz5s375UtC/PmzdPomzZ79mykp6crf8dHjx5lyVXdOpDT06Kvo6+vn+U9Vq5cme2I9tbW1ggKCsKKFSuwbNkyGBkZZWnBbtWqFaKjo7Fly5Ysr4+Pj0d6evp/5mNmZvZWI7AHBQXB0tISP/74Y7b9/v7r+51XgoKCcOvWLfz111/KtGfPnr3VgKStWrXCrVu3sl3G06dPkZycDOD5MC0ve/kzox5P7G2284s/imNjYzXmvev9DwD89ttvePz4sfJ81apVuHPnjvJd8vHxQcmSJfHTTz9l213ibT4XOd3/vQsPHjzQeG5kZAQvLy+IiPJ9yIu//8v8/f1hYGCgsc8GkOVYlV2O5ubm8PDwyPU+7YNtYTMyMkLVqlXxv//9D8bGxvDx8dGYX6NGDWV8m7ws2CwtLTF58mR07doVVatWVca0OX78OJ48eZLt+Ft5Rb1Dye49xo0bhx07dsDX1xfdunWDl5cXHj58iKNHj2Lbtm3Z7vTUfvzxRzRp0gQ1a9ZEaGgoHj16hBkzZqB8+fLZ7ghyysTEBBEREQgJCYGvry82b96MTZs24euvv1Yuuf7ss89Qt25dfPPNN7h27RoqVqyIrVu3Yv369ejbt6/GRSFdu3bFuHHj0LVrV1SpUgW7d+/OtnjJC0OHDsWff/6JBg0a4KuvvoKtrS0WL16Mq1evYvXq1UprWvfu3TF37lx07twZR44cgZubG1atWoW9e/diypQpSqvhZ599hpo1a2Lo0KG4du0avLy8sGbNmix9TF7F1tYWa9euxWeffYaKFSuiTZs2qFq1KgwNDXHz5k2sXLkSQPZ9vF5WsWJFhISEYN68eYiPj0ft2rVx8OBBLF68GE2bNtVoIevatSt69OiBFi1a4NNPP8Xx48exZcuWLC1VaqmpqfD390erVq1w/vx5zJo1Cx9//LHSWX3x4sWYNWsWmjVrhpIlS+Lx48f45ZdfYGlpmWct4Y0aNcKYMWMQGhqKGjVq4OTJk1iyZEm23SKA532kOnTogFmzZiEoKCjLIKCDBg3CX3/9hUaNGilDiCQnJ+PkyZNYtWoVrl279srtATw/sM6ePRvff/89PDw84ODgoHSszwlLS0vMnj0bHTt2ROXKldGmTRvY29vjxo0b2LRpE2rWrJntQSQvffHFF5gxYwbatm2LPn36oEiRIliyZIly4dWbtHB07NgRK1asQI8ePbBjxw7UrFkTGRkZOHfuHFasWIEtW7agSpUqGDNmDHbv3o3g4GC4urri7t27mDVrFooVK6bs20uWLAlra2vMmTMHFhYWMDMzg6+vb477bKmpu56cP39eGSZG7V3uf4Dn3/mPP/4YoaGhiIuLw5QpU+Dh4aFc6KGnp4dff/0VDRo0QLly5RAaGoqiRYvi1q1b2LFjBywtLbFhw4Y3eu+c7v/exOHDh/H9999nmV6nTp1sj9WBgYFwcnJCzZo14ejoiLNnz2LGjBkIDg5W9q/q4/8333yDNm3awNDQEJ999tlbDQzs6OiIPn364Oeff0bjxo1Rv359HD9+HJs3b4adnZ3GZ97Lywt16tSBj48PbG1tcfjwYaxatSr3t+F66+tMddiwYcMEgNSoUSPLvDVr1ggAsbCwkPT09Czz8YrLi191CfDLlwv/9ddfUqNGDTE1NRVLS0upVq2a/Pnnn8r8ly8LVwsJCdEYKuNVXhzW40UXL14UfX39LMN6iIjExcVJeHi4uLi4iKGhoTg5OYm/v7/MmzdPiXnV5enLli0TT09PMTY2lvLly8tff/0lLVq0EE9PzyyvnThxYpa88NKl7SEhIWJmZiaXL1+WwMBAKVSokDg6OsrIkSOzDLnw+PFj6devnzg7O4uhoaGUKlVKJk6cqHHJtcjzy9XDwsLEyspKLCwspFWrVnL37t1XXlaf3TAAr9quL19KLiJy+fJladmypVhbW4uJiYlUq1ZNNm7cmOW1cXFxEhoaKnZ2dmJkZCTe3t7ZXv7/4MED6dixo1haWoqVlZV07NhRjh07lqvhCO7cuSODBg0SLy8vMTU1FWNjYylRooR06tRJY7iL122HtLQ0GT16tLi7u4uhoaG4uLjIsGHD5NmzZxpxGRkZMmTIELGzs5NChQpJUFCQXLp06ZXfk127dkn37t3FxsZGzM3NpX379vLgwQMl7ujRo9K2bVspXry4GBsbi4ODgzRq1EgOHz782nXP6d/u2bNnMmDAAClSpIiYmppKzZo1JTo6Otu/scjzoVFMTU2zDM/yosePH8uwYcPEw8NDjIyMxM7OTmrUqCE//fSTxjAm2YmNjZXg4GCxsLAQAEoOLw4t8SL1sA4vDpWhnh4UFCRWVlZiYmIiJUuWlM6dO79222U3DNCL1N/VF2W3ra5cuSLBwcFiamoq9vb2MmDAAFm9erUAkP3792u8Nqf7vtTUVBk/fryUK1dOjI2NxcbGRnx8fGT06NGSkJAgIiJRUVHSpEkTcXZ2FiMjI3F2dpa2bdtmGWZl/fr14uXlJQYGBq/9Tr1q26vzBJBlHd52/5Pdds5ue6n/Xn/++acMGzZMHBwcxNTUVIKDg+X69etZXn/s2DFp3ry5FC5cWIyNjcXV1VVatWolUVFRr83pv+R0//eqY2l28B9Dy6iH6Xr5szd37lypVauWsn4lS5aUQYMGKZ8Pte+++06KFi0qenp6GsfsV+2rcvK9S09Pl2+//VacnJzE1NRU6tWrJ2fPnpXChQtLjx49lLjvv/9eqlWrJtbW1mJqaiqenp7yww8/vHbf8DLV/28kolyrVKkS7O3tcz1aMxU8ixYtQmhoKA4dOoQqVapoOx16R6ZMmYJ+/frhn3/+eeVA20Qfkvj4eNjY2OD7779XBsPOKx9sHzbKO2lpaVn64ezcuRPHjx/PcosQIiqYXrwVIPC8D9vcuXNRqlQpFmv0QXr5Mw/82/c3P46NH2wfNso7t27dQkBAADp06ABnZ2ecO3cOc+bMgZOTU44HWiSiD1vz5s1RvHhxVKpUCQkJCfjjjz9w7tw5LFmyRNupEeWL5cuXY9GiRWjYsCHMzc2xZ88e/PnnnwgMDMz23uRviwUbvZaNjQ18fHzw66+/4t69ezAzM0NwcDDGjRv3n/dUJaKCIygoCL/++iuWLFmCjIwMeHl5YdmyZRp3hSD6kFSoUAEGBgaYMGECEhMTlQsRsrtoIk/kqsdbPho7dqwAkD59+ijTnj59Kl9++aXY2tqKmZmZNG/eXGJjYzVed/36dWnYsKHS0XXgwIGSlpamEbNjxw756KOPxMjISEqWLJltZ9MZM2aIq6urGBsbS7Vq1eTAgQP5sZpEREREuaYTfdgOHTqEuXPnZhmVvV+/ftiwYQNWrlyJXbt24fbt2xq3hMnIyEBwcDBSU1Oxb98+LF68GIsWLcKIESOUmKtXryI4OBh169ZFTEwM+vbti65du2qMmbR8+XL0798fI0eOxNGjR1GxYkUEBQW99S1liIiIiPKEtivGx48fS6lSpSQyMlJq166ttLDFx8eLoaGhxqXmZ8+eFQASHR0tIiJ///236OnpabS6zZ49WywtLSUlJUVERAYPHpzl8uvWrVtLUFCQ8rxatWoalx1nZGSIs7OzjB07Ns/Xl4iIiCi3tN6HLTw8HMHBwQgICNA473vkyBGkpaVp3FLD09MTxYsXR3R0NKpXr47o6Gh4e3vD0dFRiQkKCkLPnj1x+vRpfPTRR4iOjs5yW46goCDlVlWpqak4cuSIxu1m9PT0EBAQoDGK88tSUlI0RinOzMzEw4cPUbhw4Xy5DQYRERHlPRHB48eP4ezs/FaD/uY3rRZsy5Ytw9GjR3Ho0KEs82JjY2FkZJRlVHFHR0fltiCxsbEaxZp6vnref8UkJibi6dOnePToETIyMrKNUd8XLTtjx459qxvLEhERke64efMmihUrpu00XklrBdvNmzfRp08fREZGKrcveZ8MGzYM/fv3V54nJCSgePHiuHnzJiwtLbWYGREREeVUYmIiXFxclFtZ6SqtFWxHjhzB3bt3UblyZWVaRkYGdu/ejRkzZmDLli1ITU1FfHy8RitbXFwcnJycAABOTk44ePCgxnLj4uKUeep/1dNejLG0tISpqSn09fWhr6+fbYx6GdkxNjaGsbFxlumWlpYs2IiIiN4zut6dSWsna/39/XHy5EnExMQojypVqqB9+/bK/w0NDREVFaW85vz587hx4wb8/PwAAH5+fjh58qTG1ZyRkZGwtLSEl5eXEvPiMtQx6mUYGRnBx8dHIyYzMxNRUVFKDBEREZE2aa2FzcLCAuXLl9eYZmZmhsKFCyvTw8LC0L9/f9ja2sLS0hK9e/eGn58fqlevDgAIDAyEl5cXOnbsiAkTJiA2NhbDhw9HeHi40vrVo0cPzJgxA4MHD0aXLl2wfft2rFixAps2bVLet3///ggJCUGVKlVQrVo1TJkyBcnJyQgNDX1HW4OIiIjo1bR+leh/mTx5MvT09NCiRQukpKQgKCgIs2bNUubr6+tj48aN6NmzJ/z8/GBmZoaQkBCMGTNGiXF3d8emTZvQr18/TJ06FcWKFcOvv/6KoKAgJaZ169a4d+8eRowYgdjYWFSqVAkRERFZLkQgIiIi0gaViIi2k/gQJCYmwsrKCgkJCezDRkRE9J54X47fujvgCBEREREBYMFGREREpPNYsBERERHpOBZsRERERDqOBRsRERGRjmPBRkRERKTjWLARERER6TgWbEREREQ6jgUbERERkY5jwUZERESk41iwEREREek4FmxEREREOo4FGxEREZGOY8FGREREpONYsBERERHpOBZsRERERDqOBRsRERGRjmPBRkRERKTjWLARERER6TgWbEREREQ6jgUbERERkY5jwUZERESk41iwEREREek4FmxEREREOo4FGxEREZGOY8FGREREpONYsBERERHpOBZsRERERDqOBRsRERGRjmPBRkRERKTjWLARERER6TgWbEREREQ6jgUbERERkY5jwUZERESk41iwEREREek4rRZss2fPRoUKFWBpaQlLS0v4+flh8+bNyvw6depApVJpPHr06KGxjBs3biA4OBiFChWCg4MDBg0ahPT0dI2YnTt3onLlyjA2NoaHhwcWLVqUJZeZM2fCzc0NJiYm8PX1xcGDB/NlnYmIiIhyS6sFW7FixTBu3DgcOXIEhw8fRr169dCkSROcPn1aienWrRvu3LmjPCZMmKDMy8jIQHBwMFJTU7Fv3z4sXrwYixYtwogRI5SYq1evIjg4GHXr1kVMTAz69u2Lrl27YsuWLUrM8uXL0b9/f4wcORJHjx5FxYoVERQUhLt3776bDUFERET0H1QiItpO4kW2traYOHEiwsLCUKdOHVSqVAlTpkzJNnbz5s1o1KgRbt++DUdHRwDAnDlzMGTIENy7dw9GRkYYMmQINm3ahFOnTimva9OmDeLj4xEREQEA8PX1RdWqVTFjxgwAQGZmJlxcXNC7d28MHTo0R3knJibCysoKCQkJsLS0fIstQERERO/K+3L81pk+bBkZGVi2bBmSk5Ph5+enTF+yZAns7OxQvnx5DBs2DE+ePFHmRUdHw9vbWynWACAoKAiJiYlKK110dDQCAgI03isoKAjR0dEAgNTUVBw5ckQjRk9PDwEBAUpMdlJSUpCYmKjxICIiIsoPBtpO4OTJk/Dz88OzZ89gbm6OtWvXwsvLCwDQrl07uLq6wtnZGSdOnMCQIUNw/vx5rFmzBgAQGxurUawBUJ7Hxsb+Z0xiYiKePn2KR48eISMjI9uYc+fOvTLvsWPHYvTo0W+38kREREQ5oPWCrUyZMoiJiUFCQgJWrVqFkJAQ7Nq1C15eXujevbsS5+3tjSJFisDf3x+XL19GyZIltZg1MGzYMPTv3195npiYCBcXFy1mRERERB8qrRdsRkZG8PDwAAD4+Pjg0KFDmDp1KubOnZsl1tfXFwBw6dIllCxZEk5OTlmu5oyLiwMAODk5Kf+qp70YY2lpCVNTU+jr60NfXz/bGPUysmNsbAxjY+Ncri0RERFR7ulMHza1zMxMpKSkZDsvJiYGAFCkSBEAgJ+fH06ePKlxNWdkZCQsLS2V06p+fn6IiorSWE5kZKTST87IyAg+Pj4aMZmZmYiKitLoS0dERESkLVptYRs2bBgaNGiA4sWL4/Hjx1i6dCl27tyJLVu24PLly1i6dCkaNmyIwoUL48SJE+jXrx9q1aqFChUqAAACAwPh5eWFjh07YsKECYiNjcXw4cMRHh6utH716NEDM2bMwODBg9GlSxds374dK1aswKZNm5Q8+vfvj5CQEFSpUgXVqlXDlClTkJycjNDQUK1sFyIiIiINokVdunQRV1dXMTIyEnt7e/H395etW7eKiMiNGzekVq1aYmtrK8bGxuLh4SGDBg2ShIQEjWVcu3ZNGjRoIKampmJnZycDBgyQtLQ0jZgdO3ZIpUqVxMjISEqUKCELFy7Mksv06dOlePHiYmRkJNWqVZP9+/fnal0SEhIEQJb8iIiISHe9L8dvnRuH7X31vozjQkRERP96X47fOteHjYiIiIg0sWAjIiIi0nEs2IiIiIh0HAs2IiIiIh3Hgo2IiIhIx7FgIyIiItJxLNiIiIiIdBwLNiIiIiIdx4KNiIiISMexYCMiIiLScSzYiIiIiHQcCzYiIiIiHceCjYiIiEjHsWAjIiIi0nEs2IiIiIh0HAs2IiIiIh3Hgo2IiIhIx7FgIyIiItJxLNiIiIiIdBwLNiIiIiIdx4KNiIiISMexYCMiIiLScSzYiIiIiHQcCzYiIiIiHceCjYiIiEjHsWAjIiIi0nEs2IiIiIh0HAs2IiIiIh3Hgo2IiIhIx7FgIyIiItJxLNiIiIiIdBwLNiIiIiIdx4KNiIiISMexYCMiIiLScSzYiIiIiHScVgu22bNno0KFCrC0tISlpSX8/PywefNmZf6zZ88QHh6OwoULw9zcHC1atEBcXJzGMm7cuIHg4GAUKlQIDg4OGDRoENLT0zVidu7cicqVK8PY2BgeHh5YtGhRllxmzpwJNzc3mJiYwNfXFwcPHsyXdSYiIiLKLa0WbMWKFcO4ceNw5MgRHD58GPXq1UOTJk1w+vRpAEC/fv2wYcMGrFy5Ert27cLt27fRvHlz5fUZGRkIDg5Gamoq9u3bh8WLF2PRokUYMWKEEnP16lUEBwejbt26iImJQd++fdG1a1ds2bJFiVm+fDn69++PkSNH4ujRo6hYsSKCgoJw9+7dd7cxiIiIiF5FdIyNjY38+uuvEh8fL4aGhrJy5Upl3tmzZwWAREdHi4jI33//LXp6ehIbG6vEzJ49WywtLSUlJUVERAYPHizlypXTeI/WrVtLUFCQ8rxatWoSHh6uPM/IyBBnZ2cZO3ZsjvNOSEgQAJKQkJC7FSYiIiKteV+O3zrThy0jIwPLli1DcnIy/Pz8cOTIEaSlpSEgIECJ8fT0RPHixREdHQ0AiI6Ohre3NxwdHZWYoKAgJCYmKq100dHRGstQx6iXkZqaiiNHjmjE6OnpISAgQInJTkpKChITEzUeRERERPlB6wXbyZMnYW5uDmNjY/To0QNr166Fl5cXYmNjYWRkBGtra414R0dHxMbGAgBiY2M1ijX1fPW8/4pJTEzE06dPcf/+fWRkZGQbo15GdsaOHQsrKyvl4eLi8kbrT0RERPQ6Wi/YypQpg5iYGBw4cAA9e/ZESEgIzpw5o+20XmvYsGFISEhQHjdv3tR2SkRERPSBMtB2AkZGRvDw8AAA+Pj44NChQ5g6dSpat26N1NRUxMfHa7SyxcXFwcnJCQDg5OSU5WpO9VWkL8a8fGVpXFwcLC0tYWpqCn19fejr62cbo15GdoyNjWFsbPxmK01ERESUC1pvYXtZZmYmUlJS4OPjA0NDQ0RFRSnzzp8/jxs3bsDPzw8A4Ofnh5MnT2pczRkZGQlLS0t4eXkpMS8uQx2jXoaRkRF8fHw0YjIzMxEVFaXEEBEREWmTVlvYhg0bhgYNGqB48eJ4/Pgxli5dip07d2LLli2wsrJCWFgY+vfvD1tbW1haWqJ3797w8/ND9erVAQCBgYHw8vJCx44dMWHCBMTGxmL48OEIDw9XWr969OiBGTNmYPDgwejSpQu2b9+OFStWYNOmTUoe/fv3R0hICKpUqYJq1aphypQpSE5ORmhoqFa2CxEREdGLtFqw3b17F506dcKdO3dgZWWFChUqYMuWLfj0008BAJMnT4aenh5atGiBlJQUBAUFYdasWcrr9fX1sXHjRvTs2RN+fn4wMzNDSEgIxowZo8S4u7tj06ZN6NevH6ZOnYpixYrh119/RVBQkBLTunVr3Lt3DyNGjEBsbCwqVaqEiIiILBciEBEREWmDSkRE20l8CBITE2FlZYWEhARYWlpqOx0iIiLKgffl+K1zfdiIiIiISBMLNiIiIiIdx4KNiIiISMexYCMiIiLScSzYiIiIiHQcCzYiIiIiHceCjYiIiEjHsWAjIiIi0nEs2IiIiIh0HAs2IiIiIh3Hgo2IiIhIx7FgIyIiItJxLNiIiIiIdBwLNiIiIiIdx4KNiIiISMexYCMiIiLScSzYiIiIiHQcCzYiIiIiHceCjYiIiEjHsWAjIiIi0nEs2IiIiIh0HAs2IiIiIh331gVbRkYGYmJi8OjRo7zIh4iIiIhekuuCrW/fvpg/fz6A58Va7dq1UblyZbi4uGDnzp15nR8RERFRgZfrgm3VqlWoWLEiAGDDhg24evUqzp07h379+uGbb77J8wSJiIiICrpcF2z379+Hk5MTAODvv//G559/jtKlS6NLly44efJknidIREREVNDlumBzdHTEmTNnkJGRgYiICHz66acAgCdPnkBfXz/PEyQiIiIq6Axy+4LQ0FC0atUKRYoUgUqlQkBAAADgwIED8PT0zPMEiYiIiAq6XBdso0aNQvny5XHz5k18/vnnMDY2BgDo6+tj6NCheZ4gERERUUGnEhHRdhIfgsTERFhZWSEhIQGWlpbaToeIiIhy4H05fue6hW3atGnZTlepVDAxMYGHhwdq1arF/mxEREREeSTXBdvkyZNx7949PHnyBDY2NgCAR48eoVChQjA3N8fdu3dRokQJ7NixAy4uLnmeMBEREVFBk+urRH/88UdUrVoVFy9exIMHD/DgwQNcuHABvr6+mDp1Km7cuAEnJyf069cvP/IlIiIiKnBy3YetZMmSWL16NSpVqqQx/dixY2jRogWuXLmCffv2oUWLFrhz505e5qrT3pdz4ERERPSv9+X4nesWtjt37iA9PT3L9PT0dMTGxgIAnJ2d8fjx47fPjoiIiIhyX7DVrVsXX3zxBY4dO6ZMO3bsGHr27Il69eoBAE6ePAl3d/fXLmvs2LGoWrUqLCws4ODggKZNm+L8+fMaMXXq1IFKpdJ49OjRQyPmxo0bCA4ORqFCheDg4IBBgwZlKSp37tyJypUrw9jYGB4eHli0aFGWfGbOnAk3NzeYmJjA19cXBw8ezOlmISIiIso3uS7Y5s+fD1tbW/j4+MDY2BjGxsaoUqUKbG1tlZvCm5ub4+eff37tsnbt2oXw8HDs378fkZGRSEtLQ2BgIJKTkzXiunXrhjt37iiPCRMmKPMyMjIQHByM1NRU7Nu3D4sXL8aiRYswYsQIJebq1asIDg5G3bp1ERMTg759+6Jr167YsmWLErN8+XL0798fI0eOxNGjR1GxYkUEBQXh7t27ud1ERERERHnqjcdhO3fuHC5cuAAAKFOmDMqUKfPWydy7dw8ODg7YtWsXatWqBeB5C1ulSpUwZcqUbF+zefNmNGrUCLdv34ajoyMAYM6cORgyZAju3bsHIyMjDBkyBJs2bcKpU6eU17Vp0wbx8fGIiIgAAPj6+qJq1aqYMWMGACAzMxMuLi7o3bt3jgYEfl/OgRMREdG/3pfjd65b2NQ8PT3RuHFjNG7cOE+KNQBISEgAANja2mpMX7JkCezs7FC+fHkMGzYMT548UeZFR0fD29tbKdYAICgoCImJiTh9+rQSo76F1osx0dHRAIDU1FQcOXJEI0ZPTw8BAQFKzMtSUlKQmJio8SAiIiLKD7kehy0jIwOLFi1CVFQU7t69i8zMTI3527dvf6NEMjMz0bdvX9SsWRPly5dXprdr1w6urq5wdnbGiRMnMGTIEJw/fx5r1qwBAMTGxmoUawCU5+qLIF4Vk5iYiKdPn+LRo0fIyMjINubcuXPZ5jt27FiMHj36jdaViIiIKDdyXbD16dMHixYtQnBwMMqXLw+VSpUniYSHh+PUqVPYs2ePxvTu3bsr//f29kaRIkXg7++Py5cvo2TJknny3m9i2LBh6N+/v/I8MTGRAwUTERFRvsh1wbZs2TKsWLECDRs2zLMkevXqhY0bN2L37t0oVqzYf8b6+voCAC5duoSSJUvCyckpy9WccXFxAAAnJyflX/W0F2MsLS1hamoKfX196OvrZxujXsbL1BdcEBEREeW3XPdhMzIygoeHR568uYigV69eWLt2LbZv356joUBiYmIAAEWKFAEA+Pn54eTJkxpXc0ZGRsLS0hJeXl5KTFRUlMZyIiMj4efnB+D5Ovn4+GjEZGZmIioqSokhIiIi0pZcF2wDBgzA1KlT8YYXl2oIDw/HH3/8gaVLl8LCwgKxsbGIjY3F06dPAQCXL1/Gd999hyNHjuDatWv466+/0KlTJ9SqVQsVKlQAAAQGBsLLywsdO3bE8ePHsWXLFgwfPhzh4eFKC1iPHj1w5coVDB48GOfOncOsWbOwYsUKjdtn9e/fH7/88gsWL16Ms2fPomfPnkhOTkZoaOhbrycRERHR28j1sB7NmjXDjh07YGtri3LlysHQ0FBjvvpigBy9+Sv6vy1cuBCdO3fGzZs30aFDB5w6dQrJyclwcXFBs2bNMHz4cI1Lb69fv46ePXti586dMDMzQ0hICMaNGwcDg3/P+O7cuRP9+vXDmTNnUKxYMXz77bfo3LmzxvvOmDEDEydORGxsLCpVqoRp06Ypp2Bf5325LJiIiIj+9b4cv3NdsL2uxWnhwoVvldD76n35gxMREdG/3pfjd64vOiioBRkRERGRtrzxwLlERERE9G7kqIWtcuXKiIqKgo2NDT766KP/HHvt6NGjeZYcEREREeWwYGvSpIlyxWWTJk3ybLBcIiIiInq9N775O2l6XzotEhER0b/el+N3rvuwlShRAg8ePMgyPT4+HiVKlMiTpIiIiIjoX7ku2K5du4aMjIws01NSUvDPP//kSVJERERE9K8cD+vx119/Kf/fsmULrKyslOcZGRmIiorK0a2liIiIiCh3clywNW3aFMDzuxOEhIRozDM0NISbmxt+/vnnPE2OiIiIiHJRsGVmZgIA3N3dcejQIdjZ2eVbUkRERET0r1zf6eDq1atZpsXHx8Pa2jov8iEiIiKil+T6ooPx48dj+fLlyvPPP/8ctra2KFq0KI4fP56nyRERERHRGxRsc+bMgYuLCwAgMjIS27ZtQ0REBBo0aIBBgwbleYJEREREBV2uT4nGxsYqBdvGjRvRqlUrBAYGws3NDb6+vnmeIBEREVFBl+sWNhsbG9y8eRMAEBERgYCAAACAiGQ7PhsRERERvZ1ct7A1b94c7dq1Q6lSpfDgwQM0aNAAAHDs2DF4eHjkeYJEREREBV2uC7bJkyfDzc0NN2/exIQJE2Bubg4AuHPnDr788ss8T5CIiIiooOPN3/PI+3LzWCIiIvrX+3L8zlEL219//YUGDRrA0NBQ4xZV2WncuHGeJEZEREREz+WohU1PTw+xsbFwcHCAnt6rr1NQqVQF9sKD96VCJyIion+9L8fvHLWwqW9L9fL/iYiIiCj/5XpYj1f5559/0L1797xaHBERERH9vzwr2B48eID58+fn1eKIiIiI6P/lWcFGRERERPmDBRsRERGRjmPBRkRERKTjcnyng+bNm//n/Pj4+LfNhYiIiIiykeOCzcrK6rXzO3Xq9NYJEREREZGmHBdsCxcuzM88iIiIiOgV2IeNiIiISMexYCMiIiLScSzYiIiIiHQcCzYiIiIiHZejgq1y5cp49OgRAGDMmDF48uRJviZFRERERP/KUcF29uxZJCcnAwBGjx6NpKSkfE2KiIiIiP6Vo2E9KlWqhNDQUHz88ccQEfz0008wNzfPNnbEiBF5miARERFRQZejFrZFixahcOHC2LhxI1QqFTZv3oy1a9dmeaxbty5Xbz527FhUrVoVFhYWcHBwQNOmTXH+/HmNmGfPniE8PByFCxeGubk5WrRogbi4OI2YGzduIDg4GIUKFYKDgwMGDRqE9PR0jZidO3eicuXKMDY2hoeHBxYtWpQln5kzZ8LNzQ0mJibw9fXFwYMHc7U+RERERPlCckmlUklcXFxuX5atoKAgWbhwoZw6dUpiYmKkYcOGUrx4cUlKSlJievToIS4uLhIVFSWHDx+W6tWrS40aNZT56enpUr58eQkICJBjx47J33//LXZ2djJs2DAl5sqVK1KoUCHp37+/nDlzRqZPny76+voSERGhxCxbtkyMjIxkwYIFcvr0aenWrZtYW1vneF0TEhIEgCQkJOTBliEiIqJ34X05fqtERLRdNKrdu3cPDg4O2LVrF2rVqoWEhATY29tj6dKlaNmyJQDg3LlzKFu2LKKjo1G9enVs3rwZjRo1wu3bt+Ho6AgAmDNnDoYMGYJ79+7ByMgIQ4YMwaZNm3Dq1Cnlvdq0aYP4+HhEREQAAHx9fVG1alXMmDEDAJCZmQkXFxf07t0bQ4cOzZJrSkoKUlJSlOeJiYlwcXFBQkICLC0t820bERERUd5JTEyElZWVzh+/32hYj8uXL6N3794ICAhAQEAAvvrqK1y+fPmtk0lISAAA2NraAgCOHDmCtLQ0BAQEKDGenp4oXrw4oqOjAQDR0dHw9vZWijUACAoKQmJiIk6fPq3EvLgMdYx6GampqThy5IhGjJ6eHgICApSYl40dOxZWVlbKw8XF5W1Xn4iIiChbuS7YtmzZAi8vLxw8eBAVKlRAhQoVcODAAZQrVw6RkZFvnEhmZib69u2LmjVronz58gCA2NhYGBkZwdraWiPW0dERsbGxSsyLxZp6vnref8UkJibi6dOnuH//PjIyMrKNUS/jZcOGDUNCQoLyuHnz5putOBEREdFr5Pjm72pDhw5Fv379MG7cuCzThwwZgk8//fSNEgkPD8epU6ewZ8+eN3r9u2ZsbAxjY2Ntp0FEREQFQK5b2M6ePYuwsLAs07t06YIzZ868URK9evXCxo0bsWPHDhQrVkyZ7uTkhNTUVMTHx2vEx8XFwcnJSYl5+apR9fPXxVhaWsLU1BR2dnbQ19fPNka9DCIiIiJtyXXBZm9vj5iYmCzTY2Ji4ODgkKtliQh69eqFtWvXYvv27XB3d9eY7+PjA0NDQ0RFRSnTzp8/jxs3bsDPzw8A4Ofnh5MnT+Lu3btKTGRkJCwtLeHl5aXEvLgMdYx6GUZGRvDx8dGIyczMRFRUlBJDREREpC25PiXarVs3dO/eHVeuXEGNGjUAAHv37sX48ePRv3//XC0rPDwcS5cuxfr162FhYaH0F7OysoKpqSmsrKwQFhaG/v37w9bWFpaWlujduzf8/PxQvXp1AEBgYCC8vLzQsWNHTJgwAbGxsRg+fDjCw8OVU5Y9evTAjBkzMHjwYHTp0gXbt2/HihUrsGnTJiWX/v37IyQkBFWqVEG1atUwZcoUJCcnIzQ0NLebiIiIiChv5XYckMzMTJk0aZIULVpUVCqVqFQqKVq0qEyZMkUyMzNztSwA2T4WLlyoxDx9+lS+/PJLsbGxkUKFCkmzZs3kzp07Gsu5du2aNGjQQExNTcXOzk4GDBggaWlpGjE7duyQSpUqiZGRkZQoUULjPdSmT58uxYsXFyMjI6lWrZrs378/x+vyvozjQkRERP96X47fbzUO2+PHjwEAFhYWb104vu/el3FciIiI6F/vy/E716dEX8RCjYiIiCj/vdHAuURERET07rBgIyIiItJxLNiIiIiIdFyuCra0tDT4+/vj4sWL+ZUPEREREb0kVwWboaEhTpw4kV+5EBEREVE2cn1KtEOHDpg/f35+5EJERERE2cj1sB7p6elYsGABtm3bBh8fH5iZmWnMnzRpUp4lR0RERERvULCdOnUKlStXBgBcuHBBY55KpcqbrIiIiIhIkeuCbceOHfmRBxERERG9whsP63Hp0iVs2bIFT58+BQC8xR2uiIiIiOg/5Lpge/DgAfz9/VG6dGk0bNgQd+7cAQCEhYVhwIABeZ4gERERUUGX64KtX79+MDQ0xI0bN1CoUCFleuvWrREREZGnyRERERHRGxRsW7duxfjx41GsWDGN6aVKlcL169fzLDF6M7t378Znn30GZ2dnqFQqrFu3TmN+586doVKpNB7169fXiLlw4QKaNGkCOzs7WFpa4uOPP8627+KiRYtQoUIFmJiYwMHBAeHh4Rrzt2zZgurVq8PCwgL29vZo0aIFrl27lterTERE9MHLdcGWnJys0bKm9vDhQxgbG+dJUvTmkpOTUbFiRcycOfOVMfXr18edO3eUx59//qkxv1GjRkhPT8f27dtx5MgRVKxYEY0aNUJsbKwSM2nSJHzzzTcYOnQoTp8+jW3btiEoKEiZf/XqVTRp0gT16tVDTEwMtmzZgvv376N58+Z5v9J5IC8KXQDYtGkTfH19YWpqChsbGzRt2lRj/qFDh+Dv7w9ra2vY2NggKCgIx48fzzanS5cuwcLCAtbW1nm0lkRE9N6SXGrQoIEMHz5cRETMzc3lypUrkpGRIZ9//rm0aNEit4v7YCQkJAgASUhI0HYqCgCydu1ajWkhISHSpEmTV77m3r17AkB2796tTEtMTBQAEhkZKSIiDx8+FFNTU9m2bdsrl7Ny5UoxMDCQjIwMZdpff/0lKpVKUlNT32yF8tHff/8t33zzjaxZs+aV261+/fpy584d5fHw4UONmFWrVomNjY3Mnj1bzp8/L6dPn5bly5cr8x8/fiy2trbSuXNnOXfunJw6dUpatGghjo6OWbZJamqqVKlSRRo0aCBWVlb5tdpERAWeLh6/s5PrYT0mTJgAf39/HD58GKmpqRg8eDBOnz6Nhw8fYu/evXlbTVK+2LlzJxwcHGBjY4N69erh+++/R+HChQEAhQsXRpkyZfDbb7+hcuXKMDY2xty5c+Hg4AAfHx8AQGRkJDIzM3Hr1i2ULVsWjx8/Ro0aNfDzzz/DxcUFAODj4wM9PT0sXLgQnTt3RlJSEn7//XcEBATA0NBQa+v+Kg0aNECDBg3+M8bY2BhOTk7ZzktPT0efPn0wceJEhIWFKdO9vLyU/587dw4PHz7EmDFjlO00cuRIVKhQAdevX4eHh4cSO3z4cHh6esLf3x/79u17m1UjIqIPQK5PiZYvXx4XLlzAxx9/jCZNmiA5ORnNmzfHsWPHULJkyfzIkfJQ/fr18dtvvyEqKgrjx4/Hrl270KBBA2RkZAB4Pvjxtm3bcOzYMVhYWMDExASTJk1CREQEbGxsAABXrlxBZmYmfvzxR0yZMgWrVq3Cw4cP8emnnyI1NRUA4O7ujq1bt+Lrr7+GsbExrK2t8c8//2DFihVaW/e3pS50y5Qpg549e+LBgwfKvKNHj+LWrVvQ09PDRx99hCJFiqBBgwY4deqUElOmTBkULlwY8+fPR2pqKp4+fYr58+ejbNmycHNzU+K2b9+OlStX/udpbSIiKmC03cT3odDFJlVkc2rvZZcvXxYAyunNzMxMady4sTRo0ED27NkjR44ckZ49e0rRokXl9u3bIiLyww8/CADZsmWLspy7d++Knp6eREREiIjInTt3pFSpUjJo0CA5evSo7Nq1S2rXri3+/v6SmZmZPyucR7Lbbn/++aesX79eTpw4IWvXrpWyZctK1apVJT09XZkPQIoXLy6rVq2Sw4cPS9u2baVw4cLy4MEDZTknT56UkiVLip6enujp6UmZMmXk2rVryvz79++Li4uL7Nq1S0REFi5cyFOiRET5SBeP39nJ9SlRAHj06BHmz5+Ps2fPAnh+2ic0NBS2trZ5U0XSO1OiRAnY2dnh0qVL8Pf3x/bt27Fx40Y8evQIlpaWAIBZs2YhMjISixcvxtChQ1GkSBEAmqf77O3tYWdnhxs3bgAAZs6cCSsrK0yYMEGJ+eOPP+Di4oIDBw6gevXq73At316bNm2U/3t7e6NChQooWbIkdu7cCX9/f2RmZgIAvvnmG7Ro0QIAsHDhQhQrVgwrV67EF198gadPnyIsLAw1a9bEn3/+iYyMDPz0008IDg7GoUOHYGpqim7duqFdu3aoVauWVtaTiIh0U65Pie7evRtubm6YNm0aHj16hEePHmHatGlwd3fH7t278yNHykf//PMPHjx4oBRhT548AQDo6Wl+NPT09JSipGbNmgCA8+fPK/MfPnyI+/fvw9XVVVnOy8vQ19cHAGU577MXC10A2RaxxsbGKFGihFLELl26FNeuXcPChQtRtWpVVK9eHUuXLsXVq1exfv16AM9Ph/70008wMDCAgYEBwsLCkJCQAAMDAyxYsOAdryUREemKXBds4eHhaN26Na5evYo1a9ZgzZo1uHLlCtq0aZNlHC5695KSkhATE4OYmBgAz4fXiImJwY0bN5CUlIRBgwZh//79uHbtGqKiotCkSRN4eHgoQ3L4+fnBxsYGISEhOH78OC5cuIBBgwbh6tWrCA4OBgCULl0aTZo0QZ8+fbBv3z6cOnUKISEh8PT0RN26dQFAaTUaM2YMLl68iKNHjyI0NBSurq746KOPtLJt8tLLha6Pjw+MjY01iti0tDRcu3YtSxGrUqmUGPVzdREbHR2t/P1iYmIwZswYWFhYICYmBs2aNXuHa0hERDolt+dQTUxM5Ny5c1mmnzt3TkxMTPLkPO37SFfOge/YsUMAZHmEhITIkydPJDAwUOzt7cXQ0FBcXV2lW7duEhsbq7GMQ4cOSWBgoNja2oqFhYVUr15d/v77b42YhIQE6dKli1hbW4utra00a9ZMbty4oRHz559/ykcffSRmZmZib28vjRs3lrNnz+b7NngTjx8/lmPHjsmxY8cEgEyaNEmOHTsm169fl8ePH8vAgQMlOjparl69Ktu2bZPKlStLqVKl5NmzZ8oy+vTpI0WLFpUtW7bIuXPnJCwsTBwcHJThP86ePSvGxsbSs2dPOXPmjJw6dUo6dOggVlZWSv/Al7EPGxFR/tKV4/fr5Lpgq1GjRrYd2deuXSu+vr55kdN76X35g1P28qLQTU1NlQEDBoiDg4NYWFhIQECAnDp1SiNm69atUrNmTbGyshIbGxupV6+eREdHvzIvFmxERPnrfTl+q0REXtcKd+LECeX/Z8+exeDBg9G7d2+l4/j+/fsxc+ZMjBs3Dq1bt87D9r/3R2JiIqysrJCQkKB01iciIiLd9r4cv3NUsKn72bwuVKVSKeN5FTTvyx+ciIiI/vW+HL9zNKzH1atX8zsPIiIiInqFHBVs6qvciIiIiOjde6OBc2/fvo09e/bg7t27WcbU+uqrr/IkMSIiIiJ6LtcF26JFi/DFF1/AyMgIhQsX1hhTSqVSsWAjIiIiymM5uujgRS4uLujRoweGDRuWZST7gux96bRIRERE/3pfjt+5bmF78uQJ2rRpw2LtHXMbuknbKWjFtXHB2k6BiIhI63JdsIWFhWHlypUYOnRofuRDlGcKapELsNAlIvrQ5LpgGzt2LBo1aoSIiAh4e3vD0NBQY/6kSZPyLDkiIiIiesOCbcuWLShTpgwAZLnogIiIiIjyVq47ov38889YsGABzp49i507d2LHjh3KY/v27bla1u7du/HZZ5/B2dkZKpUK69at05jfuXNnqFQqjUf9+vU1Yh4+fIj27dvD0tIS1tbWCAsLQ1JSkkbMiRMn8Mknn8DExAQuLi6YMGFCllxWrlwJT09PmJiYwNvbG3///Xeu1oWIiIgov+S6YDM2NkbNmjXz5M2Tk5NRsWJFzJw585Ux9evXx507d5THn3/+qTG/ffv2OH36NCIjI7Fx40bs3r0b3bt3V+YnJiYiMDAQrq6uOHLkCCZOnIhRo0Zh3rx5Ssy+ffvQtm1bhIWF4dixY2jatCmaNm2KU6dO5cl6EhEREb2NXJ8S7dOnD6ZPn45p06a99Zs3aNAADRo0+M8YY2NjODk5ZTvv7NmziIiIwKFDh1ClShUAwPTp09GwYUP89NNPcHZ2xpIlS5CamooFCxbAyMgI5cqVQ0xMDCZNmqQUdlOnTkX9+vUxaNAgAMB3332HyMhIzJgxA3PmzHnr9SQiIiJ6G7luYTt48CAWL16MEiVK4LPPPkPz5s01Hnlt586dcHBwQJkyZdCzZ088ePBAmRcdHQ1ra2ulWAOAgIAA6Onp4cCBA0pMrVq1YGRkpMQEBQXh/PnzePTokRITEBCg8b5BQUGIjo5+ZV4pKSlITEzUeBARERHlh1y3sFlbW+dLYZad+vXro3nz5nB3d8fly5fx9ddfo0GDBoiOjoa+vj5iY2Ph4OCg8RoDAwPY2toiNjYWABAbGwt3d3eNGEdHR2WejY0NYmNjlWkvxqiXkZ2xY8di9OjRebGaRERERP8p1wXbwoUL8yOPbLVp00b5v7e3NypUqICSJUti586d8Pf3f2d5ZGfYsGHo37+/8jwxMREuLi5azIiIiIg+VO/V7QpKlCgBOzs7XLp0CQDg5OSEu3fvasSkp6fj4cOHSr83JycnxMXFacSon78u5lV954DnfessLS01HkRERET5IdcFm7u7O0qUKPHKR376559/8ODBAxQpUgQA4Ofnh/j4eBw5ckSJ2b59OzIzM+Hr66vE7N69G2lpaUpMZGQkypQpAxsbGyUmKipK470iIyPh5+eXr+tDRERElBO5PiXat29fjedpaWk4duwYIiIilKsscyopKUlpLQOAq1evIiYmBra2trC1tcXo0aPRokULODk54fLlyxg8eDA8PDwQFBQEAChbtizq16+Pbt26Yc6cOUhLS0OvXr3Qpk0bODs7AwDatWuH0aNHIywsDEOGDMGpU6cwdepUTJ48WXnfPn36oHbt2vj5558RHByMZcuW4fDhwxpDfxARERFpyxsN65GdmTNn4vDhw7la1uHDh1G3bl3lubpPWEhICGbPno0TJ05g8eLFiI+Ph7OzMwIDA/Hdd9/B2NhYec2SJUvQq1cv+Pv7Q09PDy1atNAYcsTKygpbt25FeHg4fHx8YGdnhxEjRmiM1VajRg0sXboUw4cPx9dff41SpUph3bp1KF++fK7Wh4iIiCg/qERE8mJBV65cQaVKlQrs8BaJiYmwsrJCQkJCvvRnK6g3Mn+bm5gX1G0G8ObvREQ5ld/H77ySZxcdrFq1Cra2tnm1OCIiIiL6f7k+JfrRRx9p3ORdRBAbG4t79+5h1qxZeZocEREREb1Bwda0aVON53p6erC3t0edOnXg6emZV3kRERER0f/LdcE2cuTI/MiDiIiIiF7hvRo4l4iIiKggynELm56enkbfteyoVCqkp6e/dVJERERE9K8cF2xr16595bzo6GhMmzYNmZmZeZIUEREREf0rxwVbkyZNskw7f/48hg4dig0bNqB9+/YYM2ZMniZHRERERG/Yh+327dvo1q0bvL29kZ6ejpiYGCxevBiurq55nR8RERFRgZergi0hIQFDhgyBh4cHTp8+jaioKGzYsIG3cCIiIiLKRzk+JTphwgSMHz8eTk5O+PPPP7M9RUpEREREeS/HBdvQoUNhamoKDw8PLF68GIsXL842bs2aNXmWHBERERHlomDr1KnTa4f1ICIiIqK8l+OCbdGiRfmYBhERERG9Cu90QERERKTjWLARERER6TgWbEREREQ6jgUbERERkY5jwUZERESk41iwEREREek4FmxEREREOo4FGxEREZGOY8FGREREpONYsBERERHpOBZsRERERDqOBRsRERGRjmPBRkRERKTjWLARERER6TgWbEREREQ6jgUbERERkY5jwUZERESk41iwEREREek4FmxEREREOo4FGxEREZGOY8FGREREpOO0WrDt3r0bn332GZydnaFSqbBu3TqN+SKCESNGoEiRIjA1NUVAQAAuXryoEfPw4UO0b98elpaWsLa2RlhYGJKSkjRiTpw4gU8++QQmJiZwcXHBhAkTsuSycuVKeHp6wsTEBN7e3vj777/zfH2JiIiI3oRWC7bk5GRUrFgRM2fOzHb+hAkTMG3aNMyZMwcHDhyAmZkZgoKC8OzZMyWmffv2OH36NCIjI7Fx40bs3r0b3bt3V+YnJiYiMDAQrq6uOHLkCCZOnIhRo0Zh3rx5Ssy+ffvQtm1bhIWF4dixY2jatCmaNm2KU6dO5d/KExEREeWQSkRE20kAgEqlwtq1a9G0aVMAz1vXnJ2dMWDAAAwcOBAAkJCQAEdHRyxatAht2rTB2bNn4eXlhUOHDqFKlSoAgIiICDRs2BD//PMPnJ2dMXv2bHzzzTeIjY2FkZERAGDo0KFYt24dzp07BwBo3bo1kpOTsXHjRiWf6tWro1KlSpgzZ06O8k9MTISVlRUSEhJgaWmZV5tF4TZ0U54v831wbVzwG7+2oG4z4O22GxFRQZLfx++8orN92K5evYrY2FgEBAQo06ysrODr64vo6GgAQHR0NKytrZViDQACAgKgp6eHAwcOKDG1atVSijUACAoKwvnz5/Ho0SMl5sX3Uceo3yc7KSkpSExM1HgQERER5QedLdhiY2MBAI6OjhrTHR0dlXmxsbFwcHDQmG9gYABbW1uNmOyW8eJ7vCpGPT87Y8eOhZWVlfJwcXHJ7SoSERER5YjOFmy6btiwYUhISFAeN2/e1HZKRERE9IHS2YLNyckJABAXF6cxPS4uTpnn5OSEu3fvasxPT0/Hw4cPNWKyW8aL7/GqGPX87BgbG8PS0lLjQURERJQfdLZgc3d3h5OTE6KiopRpiYmJOHDgAPz8/AAAfn5+iI+Px5EjR5SY7du3IzMzE76+vkrM7t27kZaWpsRERkaiTJkysLGxUWJefB91jPp9iIiIiLRJqwVbUlISYmJiEBMTA+D5hQYxMTG4ceMGVCoV+vbti++//x5//fUXTp48iU6dOsHZ2Vm5krRs2bKoX78+unXrhoMHD2Lv3r3o1asX2rRpA2dnZwBAu3btYGRkhLCwMJw+fRrLly/H1KlT0b9/fyWPPn36ICIiAj///DPOnTuHUaNG4fDhw+jVq9e73iREREREWRho880PHz6MunXrKs/VRVRISAgWLVqEwYMHIzk5Gd27d0d8fDw+/vhjREREwMTERHnNkiVL0KtXL/j7+0NPTw8tWrTAtGnTlPlWVlbYunUrwsPD4ePjAzs7O4wYMUJjrLYaNWpg6dKlGD58OL7++muUKlUK69atQ/ny5d/BViAiIiL6bzozDtv7juOw5Q+Ow/ZmOA4bEVHOcBw2IiIiIsoTLNiIiIiIdBwLNiIiIiIdx4KNiIiISMexYCMiIiLScSzYiIiIiHQcCzYiIiIiHceCjYiIiEjHsWAjIiIi0nEs2IiIiIh0HAs2IiIiIh3Hgo2IiIhIx7FgIyIiItJxLNiIiIiIdBwLNiIiIiIdx4KNiIiISMexYCMiIiLScSzYiIiIiHQcCzYiIiIiHceCjYiIiEjHsWAjIiIi0nEs2IiIiIh0HAs2IiIiIh3Hgo2IiIhIx7FgIyIiItJxLNiIiIiIdBwLNiIiIiIdx4KNiPLFuHHjoFKp0LdvX2XaF198gZIlS8LU1BT29vZo0qQJzp07p/G6Q4cOwd/fH9bW1rCxsUFQUBCOHz+uEXPixAl88sknMDExgYuLCyZMmPAuVomISGtYsBFRnjt06BDmzp2LChUqaEz38fHBwoULcfbsWWzZsgUigsDAQGRkZAAAkpKSUL9+fRQvXhwHDhzAnj17YGFhgaCgIKSlpQEAEhMTERgYCFdXVxw5cgQTJ07EqFGjMG/evHe+nkRE7woLNiLKU0lJSWjfvj1++eUX2NjYaMzr3r07atWqBTc3N1SuXBnff/89bt68iWvXrgEAzp07h4cPH2LMmDEoU6YMypUrh5EjRyIuLg7Xr18HACxZsgSpqalYsGABypUrhzZt2uCrr77CpEmT3vWqEhG9MyzYiChPhYeHIzg4GAEBAf8Zl5ycjIULF8Ld3R0uLi4AgDJlyqBw4cKYP38+UlNT8fTpU8yfPx9ly5aFm5sbACA6Ohq1atWCkZGRsqygoCCcP38ejx49yrf1IiLSJhZsRJRnli1bhqNHj2Ls2LGvjJk1axbMzc1hbm6OzZs3IzIyUim+LCwssHPnTvzxxx8wNTWFubk5IiIisHnzZhgYGAAAYmNj4ejoqLFM9fPY2Nh8WjMiIu1iwUZEeeLmzZvo06cPlixZAhMTk1fGtW/fHseOHcOuXbtQunRptGrVCs+ePQMAPH36FGFhYahZsyb279+PvXv3onz58ggODsbTp0/f1aoQEekcA20nQEQfhiNHjuDu3buoXLmyMi0jIwO7d+/GjBkzkJKSAn19fVhZWcHKygqlSpVC9erVYWNjg7Vr16Jt27ZYunQprl27hujoaOjpPf89uXTpUtjY2GD9+vVo06YNnJycEBcXp/He6udOTk7vboWJiN4hFmxElCf8/f1x8uRJjWmhoaHw9PTEkCFDoK+vn+U1IgIRQUpKCgDgyZMn0NPTg0qlUmLUzzMzMwEAfn5++Oabb5CWlgZDQ0MAQGRkJMqUKZPlIgciog+FTp8SHTVqFFQqlcbD09NTmf/s2TOEh4ejcOHCMDc3R4sWLbL88r5x4waCg4NRqFAhODg4YNCgQUhPT9eI2blzJypXrgxjY2N4eHhg0aJF72L1iD4oFhYWKF++vMbDzMwMhQsXRvny5XHlyhWMHTsWR44cwY0bN7Bv3z58/vnnMDU1RcOGDQEAn376KR49eoTw8HCcPXsWp0+fRmhoKAwMDFC3bl0AQLt27WBkZISwsDCcPn0ay5cvx9SpU9G/f39trj4RUb7S6YINAMqVK4c7d+4ojz179ijz+vXrhw0bNmDlypXYtWsXbt++jebNmyvzMzIyEBwcjNTUVOzbtw+LFy/GokWLMGLECCXm6tWrCA4ORt26dRETE4O+ffuia9eu2LJlyztdT6IPnYmJCf73v/+hYcOG8PDwQOvWrWFhYYF9+/bBwcEBAODp6YkNGzbgxIkT8PPzwyeffILbt28jIiICRYoUAQBYWVlh69atuHr1Knx8fDBgwACMGDEC3bt31+bqERHlK5WIiLaTeJVRo0Zh3bp1iImJyTIvISEB9vb2WLp0KVq2bAng+RhOZcuWRXR0NKpXr47NmzejUaNGuH37tnIV2Zw5czBkyBDcu3cPRkZGGDJkCDZt2oRTp04py27Tpg3i4+MRERGR41wTExNhZWWFhIQEWFpavt2KZ8Nt6KY8X+b74Nq44Dd+bUHdZsDbbTciooIkv4/feUXnW9guXrwIZ2dnlChRAu3bt8eNGzcAPO/gnJaWpjHWk6enJ4oXL47o6GgAz8dr8vb21hgCICgoCImJiTh9+rQS8/J4UUFBQcoyXiUlJQWJiYkaDyIiIqL8oNMFm6+vLxYtWoSIiAjMnj0bV69exSeffILHjx8jNjYWRkZGsLa21niNo6OjMhZTTsZrelVMYmLifw4jMHbsWOVqNysrK2XgTyIiIqK8ptNXiTZo0ED5f4UKFeDr6wtXV1esWLECpqamWswMGDZsmEYn58TERBZtRERElC90uoXtZdbW1ihdujQuXboEJycnpKamIj4+XiMmLi5OGYspJ+M1vSrG0tLyP4tCY2NjWFpaajyIiIiI8sN7VbAlJSXh8uXLKFKkCHx8fGBoaIioqChl/vnz53Hjxg34+fkBeD5e08mTJ3H37l0lJjIyEpaWlvDy8lJiXlyGOka9DCIiIiJt0+mCbeDAgdi1axeuXbuGffv2oVmzZtDX10fbtm1hZWWFsLAw9O/fHzt27MCRI0cQGhoKPz8/VK9eHQAQGBgILy8vdOzYEcePH8eWLVswfPhwhIeHw9jYGADQo0cPXLlyBYMHD8a5c+cwa9YsrFixAv369dPmqhMREREpdLoP2z///IO2bdviwYMHsLe3x8cff4z9+/fD3t4eADB58mTo6emhRYsWSElJQVBQEGbNmqW8Xl9fHxs3bkTPnj3h5+cHMzMzhISEYMyYMUqMu7s7Nm3ahH79+mHq1KkoVqwYfv31VwQFBb3z9SUiIiLKjk6Pw/Y+4Ths+YPjsL0Zbrfc49h1RAUTx2EjIiIiojzBgo2IiIhIx7FgIyIiItJxLNiIiIiIdBwLNiIiIiIdx4KNiIiISMexYCMiIiLScSzYiIiIiHQcCzYiIiIiHceCjYiIiEjHsWAjIiIi0nEs2IiIiIh0HAs2IiIiIh3Hgo2IiIhIx7FgIyLSMRkZGfj222/h7u4OU1NTlCxZEt999x1ERIkZNWoUPD09YWZmBhsbGwQEBODAgQMayzl69Cg+/fRTWFtbo3DhwujevTuSkpLe9eoQUR5gwUZEpGPGjx+P2bNnY8aMGTh79izGjx+PCRMmYPr06UpM6dKlMWPGDJw8eRJ79uyBm5sbAgMDce/ePQDA7du3ERAQAA8PDxw4cAARERE4ffo0OnfurKW1IqK3YaDtBIiISNO+ffvQpEkTBAcHAwDc3Nzw559/4uDBg0pMu3btNF4zadIkzJ8/HydOnIC/vz82btwIQ0NDzJw5E3p6z3+bz5kzBxUqVMClS5fg4eHx7laIiN4aW9iIiHRMjRo1EBUVhQsXLgAAjh8/jj179qBBgwbZxqempmLevHmwsrJCxYoVAQApKSkwMjJSijUAMDU1BQDs2bMnn9eAiPIaCzYiIh0zdOhQtGnTBp6enjA0NMRHH32Evn37on379hpxGzduhLm5OUxMTDB58mRERkbCzs4OAFCvXj3ExsZi4sSJSE1NxaNHjzB06FAAwJ07d975OhHR22HBRkSkY1asWIElS5Zg6dKlOHr0KBYvXoyffvoJixcv1oirW7cuYmJisG/fPtSvXx+tWrXC3bt3AQDlypXD4sWL8fPPP6NQoUJwcnKCu7s7HB0dNVrdPiRjx45F1apVYWFhAQcHBzRt2hTnz5/XiLl8+TKaNWsGe3t7WFpaolWrVoiLi8t2eSkpKahUqRJUKhViYmLewRoQvdqH+a0lInqPDRo0SGll8/b2RseOHdGvXz+MHTtWI87MzAweHh6oXr065s+fDwMDA8yfP1+Z365dO8TGxuLWrVt48OABRo0ahXv37qFEiRLvepXeiV27diE8PBz79+9HZGQk0tLSEBgYiOTkZABAcnIyAgMDoVKpsH37duzduxepqan47LPPkJmZmWV5gwcPhrOz87teDaJs8aIDIiId8+TJkyytYPr6+tkWFS/KzMxESkpKlumOjo4AgAULFsDExASffvpp3iWrQyIiIjSeL1q0CA4ODjhy5Ahq1aqFvXv34tq1azh27BgsLS0BAIsXL4aNjQ22b9+OgIAA5bWbN2/G1q1bsXr1amzevPmdrocu2r17NyZOnIgjR47gzp07WLt2LZo2barttAoUtrAREemYzz77DD/88AM2bdqEa9euYe3atZg0aRKaNWsG4HlL0ddff439+/fj+vXrOHLkCLp06YJbt27h888/V5YzY8YMHD16FBcuXMDMmTPRq1cvjB07FtbW1lpas3crISEBAGBrawvg+SlOlUoFY2NjJcbExAR6enoaF2LExcWhW7du+P3331GoUKF3m7SOSk5ORsWKFTFz5kxtp1JgsYWNiEjHTJ8+Hd9++y2+/PJL3L17F87Ozvjiiy8wYsQIAM9b286dO4fFixfj/v37KFy4MKpWrYr//e9/KFeunLKcgwcPYuTIkUhKSoKnpyfmzp2Ljh07amu13qnMzEz07dsXNWvWRPny5QEA1atXh5mZGYYMGYIff/wRIoKhQ4ciIyNDuRBDRNC5c2f06NEDVapUwbVr17S4FrqjQYMGr7xKmd4NFmxERDrGwsICU6ZMwZQpU7Kdb2JigjVr1rx2Ob/99lseZ/b+CA8Px6lTpzRazuzt7bFy5Ur07NkT06ZNg56eHtq2bYvKlSsrp6CnT5+Ox48fY9iwYdpKnShbLNiIiOiD0qtXL2zcuBG7d+9GsWLFNOYFBgbi8uXLuH//PgwMDGBtbQ0nJyflQozt27cjOjpa47QpAFSpUgXt27fPcqUu0bvCgo2IiD4IIoLevXtj7dq12LlzJ9zd3V8Zqx6vbvv27bh79y4aN24MAJg2bRq+//57Je727dsICgrC8uXL4evrm78rQPQfWLAREdEHITw8HEuXLsX69ethYWGB2NhYAICVlZVyl4eFCxeibNmysLe3R3R0NPr06YN+/fqhTJkyAIDixYtrLNPc3BwAULJkySytdUTvEgs2IiL6IMyePRsAUKdOHY3pCxcuVG56f/78eQwbNgwPHz6Em5sbvvnmG/Tr1+8dZ0qUeyzYiIjogyAir40ZN24cxo0bl+Nlurm55Wi5H7qkpCRcunRJeX716lXExMTA1tY2S6sk5Q8WbERERPSfDh8+jLp16yrP+/fvDwAICQnBokWLtJRVwcKCjYiIiP5TnTp12NKoZSzYiIjygNvQTdpOQSuujQvWdgpEBQJvTUVERESk41iwEREREek4FmwvmTlzJtzc3GBiYgJfX18cPHhQ2ykRERFRAceC7QXLly9H//79MXLkSBw9ehQVK1ZEUFAQ7t69q+3UiIiIqADjRQcvmDRpErp164bQ0FAAwJw5c7Bp0yYsWLAAQ4cO1XJ2REQfHl6sQZQzLNj+X2pqKo4cOYJhw4Yp0/T09BAQEIDo6Ogs8SkpKUhJSVGeJyQkAAASExPzJb/MlCf5slxd9zbbs6BuM4Db7U287XeX2+3NcLuRtqn/Fro+bAkLtv93//59ZGRkwNHRUWO6o6Mjzp07lyV+7NixGD16dJbpLi4u+ZZjQWQ1RdsZvJ+43XKP2+zNcLu9GW433fP48WNYWVlpO41XYsH2hoYNG6aM9AwAmZmZePjwIQoXLgyVSqXFzPJWYmIiXFxccPPmTVhaWmo7nfcGt1vucZu9GW63N8Pt9mY+xO0mInj8+DGcnZ21ncp/YsH2/+zs7KCvr4+4uDiN6XFxcXBycsoSb2xsDGNjY41p1tbW+ZmiVllaWn4wX853idst97jN3gy325vhdnszH9p20+WWNTVeJfr/jIyM4OPjg6ioKGVaZmYmoqKi4Ofnp8XMiIiIqKBjC9sL+vfvj5CQEFSpUgXVqlXDlClTkJycrFw1SkRERKQNLNhe0Lp1a9y7dw8jRoxAbGwsKlWqhIiIiCwXIhQkxsbGGDlyZJbTv/TfuN1yj9vszXC7vRlutzfD7aY9KtH161iJiIiICjj2YSMiIiLScSzYiIiIiHQcCzYiIiIiHceCjYiIiEjHsWAjIiIi0nEs2IiIiPLB3Llz4evrq+006APBgo2IqIDgKE7vTmZmJuzs7HD//n00bNhQ2+nQB4AFGxG9tzIyMrSdwntBXaglJSVpOZOCQ09PD40aNcL06dNx8+ZNBAYGajslncAfDW+OBRuRDsnMzMx2OndyWWVkZEBfXx8A8Pfff+PSpUtazkh3qVQq7Nq1Cz179oSIsNDNZ+ptbGxsjKJFi6J79+7Ytm0bWrVqpe3U3in1fisxMVH5zKlUqlfu5+i/sWCjd0b95b18+TIuX76Mq1evajkj3ZKZmQk9vedfyY0bN+Kvv/5CVFQUgOc7ORZt/8rMzFSKtVatWmHMmDG4dOkSnj17puXMdNeuXbtw+PBhqFQqZdtR/lBv45UrV6Jly5aIiYmBt7c3Nm3ahAYNGmg7vXdGpVJhw4YNCAwMRFBQEL788ksAz1sfWbTlHgs2emdUKhVWr16NWrVqISAgAI0aNcKSJUu0nZZOEBGlWBswYABCQkLQp08fhISEYPDgwQBYtL1Iva06dOiAc+fOYcGCBahXrx5MTEw04gry9np53T/++GPo6enhyZMn2c6nvHX16lV89dVX6N27N+bNm4d9+/Zh1qxZuHTp0gfdp+3Fz9Xhw4fx+eefo169eihTpgx2796tXITBoi33ePN3ynciApVKhbi4OPTv3x+jR49G4cKFsW/fPnTq1AlPnz5F165dtZ2mVqlUKgDArVu3sGfPHuzYsQMGBgbYt28fevfujadPn2L69OlK0aaOL8hOnDiBo0ePYvHixfDy8sL169dx+vRp7Nq1Cx4eHujWrVuB3k4qlQoHDx5EZmYm3N3dYW1tjVu3buHkyZPw9fVVts2LLbuUdx48eAAACAwMhL6+PszMzNCyZUtkZGSgZ8+eaNeuHZYuXarlLPPWi5+l48eP48GDB/juu+8waNAgpKWl4dChQ+jcuTOqVq2KQ4cOKUUbP385w4KN8p1KpcL27dtx9OhRfP7550pxVqdOHRQqVAjdu3cHgAJftP3888/Ys2cPKlasCC8vLxgYGMDd3R1GRkb44osvoFKpMG3aNBZt/0+9/hcvXsTJkycRERGBc+fOwdraGsuWLYOBgQFCQ0O1nKX2XLt2DeHh4Thz5gxsbGxQuHBh6OvrY9asWbhw4QLKlSuHChUqID4+HnZ2dtpO94NTvHhxmJqaYufOnfD09AQAmJmZoVmzZpgwYQKWLVuGp0+fYu3atVrO9O1NnDgRVapUQd26dQEAcXFxaNGiBa5evYoRI0YAAAwNDVG9enUsWrQIoaGh8PPzQ3R0NIu13BCifPbkyRPp2bOnqFQqqVu3rsa8hw8fysiRI8XQ0FCmT5+upQy1IzMzU+P5t99+KzY2NlKrVi2N6U+ePJHffvtNzMzMpGPHju8yRZ2Rnp6eZVpKSooEBwdLxYoVxdzcXMaOHStHjx6Vx48fS82aNeWXX37RQqa6JT4+Xm7cuCEnT56UuXPniqOjo1SsWFGKFSsmrq6uYmtrK7Vr15akpKQsn0fKOfW2y8zMlIyMDBERSUxMlDZt2kj9+vVl+/btSmxycrK0b99eFi9eLFevXtVGunnqyZMn0qxZMzE0NJQ9e/aIiEhSUpIsXbpUypcvL5988olGfEZGhkRHR4udnZ3Uq1dPGym/t1iwUb558QBw9uxZ6du3r6hUKlm3bp1G3KNHj2TgwIFibW0tjx49KnAHjl9++UVOnTolCQkJMnHiRNHX15fvv/9eI+bp06cye/ZsqVOnjnJAKCheXN9Zs2bJhAkTZMWKFSIikpaWJjExMXL9+nUl5uHDh1KuXDlZuHDhu05Vq9Tfm8TERHn48GG2Mc2aNZOePXtKUlKS/PPPP7Jq1Sq5cuXKu0zzg6Pe7hEREdKjRw9p166d7N27V0Se7/eqVKkin376qfz8889y8OBB6d+/v3h5ecnt27e1mXaeunfvnoSGhkqhQoVk165dIvK8aFu9erUULVpUmjRpohGfkZEhBw4ckEuXLmkh2/cXCzbKcy/+2nzRxYsXpXv37mJpaSnr16/XmPfo0SO5d+/eO8tRV9y4cUMqVaokU6ZMERGRO3fuyNixY8XS0lJ+/PFHjdiUlBTl/wWlaHvxM9S8eXNxdHSUatWqiUqlkl69ekliYqIy/9atW3Lo0CEpX768NG7cWBvpat26devE19dXKlWqJOHh4ZKQkCAi/35exo8fL8HBwdpM8YO0efNmKVSokDRt2lRq1KghhoaGMnv2bBEROXfunISGhoq7u7sUL15cSpQoIUeOHNFyxnnjxf3Qw4cPpUOHDmJqaqoUbcnJybJq1Spxd3eXpk2baivNDwYLNspT6gPszp075csvv5QePXrIxIkTlfkXL16UHj16iJWVlWzcuFFbaeqUXr16SenSpZXncXFxMm7cOLG2tpZx48ZliS9oLZAiIseOHZOAgACJjY2V5ORk2bx5sxgbG0v37t3l/v37IiLy008/SZUqVSQkJER5XUEpbEVE9u3bJ9bW1jJo0CAZPXq0ODg4yKeffqpx2m316tVib28vcXFx2kv0A/Po0SP58ccflQJNRGTMmDGip6cnM2bMEBGR1NRUefTokZw5c0b5vL7PXt4HnTp1Sp49eyb379+XkJCQbIu2UqVKZekSQ7nDgo3y3Jo1a8Ta2lrat28vX375pdjb20v37t2V+RcvXpTw8HBRqVSyefNmLWb6bqWmpmo8V/fLun37tpQvX16jD9+9e/dkwoQJolKp5Pfff3+neeqa0NBQCQgIkLCwMI3pW7duFSMjI+nRo4ekpKRIenq67NixQ5lfkIq1c+fOyapVq+SHH35Qpl29elWKFSsm/v7+StEWFRUlZcqUkQcPHmgp0w/LqVOnxMTERMqWLaucpldTF21z5syRp0+fainD/KPefx09elRKlCihnOK9f/++dOrUKUvRtmTJEqlYsaLcvHlTazm/71iwUZ46cuSIuLu7K782L1++LPb29qJSqaRly5ZK3Llz56R///5y7tw5baX6zmzZskXj+e+//y63bt2Sx48fi8jzvh6dOnXKcsogLi5Ofv/9d0lLS3tnueqimTNniqGhodSsWVPZZupf+JGRkWJsbCwtWrTQKIgLUivko0ePxNzcXFQqlQwcOFBj3tWrV6Vo0aISGBio9PPjATNv9erVS1QqldKt4cXP3g8//CAqlUoWLFigrfTy1KxZs+Tjjz/WmHb8+HGpWLGiPH36VPmRdO/ePaVo2717t4g8L9pe7MJAuceCjd6Yesf04hV8a9askX79+onI8/5Z7u7u0q1bN1m9erUYGBhotLS93OL0IVqwYIFYW1vLnDlzROR5a1qxYsXEw8NDWrZsKVFRUSIicuHCBbG2ts7yK12toBRt2V0NKiKyaNEi0dPTk1GjRikHBfXnb8OGDRIaGvrOctRF//vf/6R48eLi7++vXHCg3j7Xrl0TU1NTadSoUYFqdXxXMjIy5Msvv5RChQpl281j4sSJcubMGS1klrcyMjJk+fLl4urqqtFHdOPGjeLt7Z0l/t69e9KlSxdRqVTKRRj0dliwUa6pDwTx8fHKtP3798v58+clLS1NDh06JOnp6dKwYUPp1KmTiDxvJvf09BSVSiXt27fXSt7acPbsWenXr5+ULVtW5s6dq0xfsGCBdO3aVYyMjKR9+/by888/S3h4uPTs2VPS0tJeWbh8yF5c502bNsn8+fNl8+bNyum7OXPmiJ6enowZMyZL0aZWEFrWXrWOu3fvFktLS+nQoUOWlsjr16/LhQsX3lmOHyL1trx48aKcOHFCDh8+rDG/W7duYmZm9kH3zX327JmsX79ePDw8pGHDhiIism3bNvHy8sr2x8D9+/fliy++kLNnz77rVD9ILNjojcTGxoqvr68sXbpUNm7cKCqVSnbu3Kkx/6OPPpKtW7eKiMjjx4+lS5cusnbtWrl48aK20n6n1Dv4CxcuSJ8+faRUqVJZxprbtm2bDB06VDw8PESlUom5ublcvnxZ4/UFwctXg1aqVEnKli0rgYGBUq5cOaWT/Pz588XQ0FC+++67AtlapN5O27dvl+HDh0v79u1l9erVyndq165dYmlpKe3atctStNGbU2/DtWvXSokSJcTT01NMTEykb9++cuPGDSWuW7duYm1tLatXr9ZWqvkuJSVF1q1bJyVLlpQWLVrIrl27pGnTprJy5Uo5ePCgnDp1SqKjoyUiIkJiY2P5+ctDLNjojaiLkGLFiomJiYlyKk99EL1//77Y2trKV199Jffu3ZMhQ4ZI+fLl5e7du9pM+515cSeVmZkpN2/elL59+0qZMmVk1qxZGrHp6ekSHx8v48ePl0qVKkm3bt0KzCnQlw0aNEg8PT3ln3/+ERGR7t27S6FCheTQoUNKzLx587Idz6+gWL16tZiYmEibNm2kWrVqUq5cOQkMDFRafHbv3i2FCxeWzz77TJKSkrSc7fvtxR8FERERYmVlJbNnz5akpCRZvny5qFQqCQsLk2vXrilxbdq0kaJFi37Q2z45OVnWrVsnHh4eoqenJ8WKFZPKlSuLs7OzuLm5SdGiRaVEiRLKj0/KGyzYKNfUxYi6Zc3R0VGWLFmizFcXGwsXLhRTU1NxdXUVJycnOXr0qFbyfddeLNZGjx4tkydPFpHnF1qoi7YXhwBQj6+WmZkpP//8s1StWlVpHSlInj59Ko0bN5Y//vhDRJ73/bGxsZHIyEgReT5GnXq7vNiaW5DcvHlTypUrpwwXIfJ87LVmzZpJ/fr1lUFwt2/fLq6urnLr1i1tpfpe+/vvv5VxITMzM+XRo0cSEhIi3333nYiIXLlyRUqWLCmfffaZmJiYSPv27TWKkw9pUFz1/uzWrVty/fp1Zd0yMzNl3bp1Uq1aNalUqZKkp6dLRkaG3LlzR5KSkj6I4Ut0DQs2ei31F/bRo0fKAXPjxo0ydepUWbdunQwcOFDKlCkjv/76a5bXXrlyRbZv3660mHzIJk6cKKdPnxaRf/tjffLJJ7JmzRol5sKFC0rRpr4QQeTfIvfWrVvi6OgoBw4ceIeZ64aMjAxp0KCBrF+/XiZNmiQ2NjYSEREhIs+LuYkTJ8qff/6p0epREE6LvvgD4MaNG+Lo6Kh0NVBbs2aNeHp6KsWtyPNbBlHu7d+/X8qWLStdunRR+k8+fvxYlixZIlevXpX79+9LxYoVlWFm5s6dK3p6etKqVSuNO258CNSfvTVr1kjp0qWlZMmSYmZmJgMHDlQupFi/fr24urpKixYttJlqgcCCjV4rMzNT7t27Jw4ODrJw4UJZvHixqFQqWbVqlYg871jfq1cvKVOmjMbl6+vXry8wHZ137Ngh5cqVk1atWinr/OTJEylRooRGwSbyvNNyv379xMvLS3766SeNeT/99JPY29t/8C0j2V1UkZ6eLiEhIVK0aFGxt7dXijWR562Tvr6+8ttvv73LNHXGX3/9JTNnzpSTJ09K+fLlZfHixSKiWbCWLVtWvvrqK22l+MHIzMyU8ePHy8cffyzdunVTWtrUd4349ddfpWbNmkpL04IFC6R69eri5OT0Qf4w3blzp5iamsq0adNkz549Mn/+fCldurR06NBBzp8/LxkZGbJ+/XqxtbWV1q1bazvdDxoLNsqxMWPGiImJiTIY5IvOnTsnvXv3ltKlS8vo0aNlxIgRoq+vr9G340O3ePFiqVu3rrRs2VLOnz8vIs8Potu2bROR561E6l+sZ8+elc6dO0vr1q0lMzNTmf7TTz9JTEyMdlbgHXmxWPvrr7+UC1dEnl957O3tLeXLl5czZ87IrVu35OTJk0oxXJCoPxMxMTFibGysdDto1aqVuLu7y8mTJ5XY9PR0CQwMlEmTJmkl1w+F+rOZmZkpEydOFD8/P+nWrZvG6b2vv/5aqlSpoowpNmTIEFmwYIE8e/ZMKznnF/Xnb8CAAVlu9bZp0yYpUaKEfPPNNyLyvE/bpk2bCswFZdrCgo1eS/0r/syZM6JSqURfX18WLlyYpZ/VxYsX5dtvvxUPDw/56KOPPpj75b3Oi60cixYtktq1a0vLli3l1KlT0qxZM9m/f7+IaI47l5ycLPHx8cprC8owHi+e3mvZsqWULl1aatasKZaWltK0aVO5cuWKnD9/XkqUKCGlSpUSOzs7qVy5ssbploJwGlTt8OHDsmrVKhk6dKjG9Jo1a4qbm5vMmDFDVq1aJYMGDRIrKyvlhwK9mZcvFsquaIuKihJ9fX0JDAyU+vXri6WlpZw4cUJbKecb9bbo0aOHcv/ZtLQ05fs3ffp0sbGxKZD3gNYWFmyUYykpKXL06FH5/vvvRV9fX2bOnJlt5/iHDx8WmA6n6p3ai1d1LliwQOrWrSt169YVlUolnp6eUrZsWSlXrpyUL19e3NzcJDw8XIkvSAWI2oABA8TLy0vu3LkjIiLh4eFib28vp06dEpHnrZFbt26V1atXS3R0tPK6D31bZWZmKuuYkpIipUqVEpVKJc2bN88yPEKHDh3Ex8dH3NzcpHr16nLs2DEtZPzhUG/f//3vf/LXX38p014s2tRXuW/YsEFatGghYWFhGi2dH6KZM2eKkZGR0j9Xva/bsGGDlCtXjrc5e4dYsNErvXgng5cvUf/6669FX19f5syZo5wamDp1quzbt++d56ktLxYPmZmZGkXbwoUL5ZNPPhFvb28ZM2aMbNu2Tf766y9ZtmyZLFq0qMAO26HWsmVLpb/jd999J7a2tsp9ZV/1i/1DH8/p/Pnz0qtXL2nWrJlMnDhRRJ4PePvxxx+Lq6urcsB88XN39+5duXXrljx69EgbKX8w1J+t1atXi729vfTs2VPpzpGZmSkTJkyQ6tWraxRtz549+6B+QLx4NeiFCxc0+uM1atRIihQpotGSOGDAAPHx8dEYQJ3yFws2ypb6yxsRESHt2rWTGjVqyKhRozROuXzzzTdibGws/fr1k65du4qBgcEHeWogOy/uqKdNmyYtW7aUJk2ayLfffqtMX7x4sfj7+0vr1q2V4RZeVFBOg758UEtMTBRPT0/5+++/ZfHixRpXgyYlJUn//v2z3H/1QxcTEyP29vbStGlTadOmjRgYGMiECRNE5PlQHmXLlpUqVaoog7R+6MXru6Teltu2bRMzMzNZuHChMtTOi6ZOnSo1a9aU1q1bf3BnEF68GtTb21scHR2lUqVKSr/RO3fuSOPGjcXIyEg+/vhjqV27tlhZWbFV9x1jwUavtG7dOrGwsJAvvvhCpk6dKnZ2dtK2bVvZtWuXEjN27Fjx9/eX2rVrf/Cd5bMzdOhQsbOzkz59+sgXX3whlpaWUqdOHeUG2+rTo/Xq1dMYEb0gOnv2rNKyOGLECHFychJTU1ONU55Xr16VKlWqyPz587WV5jt3/PhxMTU1la+//lpEnhe4vXr1kj59+khycrKIPB/O46OPPhIfHx/evP0tqX9AvHjWIC0tTYYOHarc6zghIUH27Nkj3bp1k759+8rBgwdF5HlrcGBg4Ac1zppaVFSUmJiYyLRp0yQyMlLmzp0rpUuXFj8/PyVm4cKF8u2338oPP/xQYEYA0CUs2Chbp06dktKlSysDvGZmZoqdnZ1YWVlJUFCQ7NmzR4l98OCBcmApSE6cOCHFixfXGPvq2rVr4urqKvXr11emzZw5U8LDwz+o0ye5NXr0aHFxcVFudn/48GEJCAiQKlWqyJkzZyQ5OVlOnTol5cuXl88//1zL2b47N27cEDs7uyzr3Lp1a6lYsaKUKVNGgoKCZNmyZUrRVqpUqQ9y+Ih36datW9K4cWNZuXKlMq1Lly5SsmRJOX36tLRq1UoCAgKkdu3a4unpKZ9++qmIPN8Pfqh9toYMGaJxn+fMzEw5fPiwlC5dWrknNGmXHoiykZKSgvbt2yMsLAz//PMPSpQogfbt22PXrl3YtWsXJk+ejG3btgEAbG1tUahQIS1n/O4lJycjLS0NpUuXBgCkpaXB1dUVGzduxN69e7Fs2TIAwJdffonp06dDT08PmZmZ2kxZawYMGAAnJycMHjwYu3fvho+PD3r37o3ChQujcuXKqFChAlq1aoWyZctixYoVAFAgtlVGRgbc3d2RkpKCvXv3AgDGjRuHDRs2oGXLlhg0aBCuX7+O4cOHIzk5GWvXroW1tTXS0tK0nPn77datW0hOTsacOXOwfv16AMDIkSNRqFAh1KxZEyqVCn379sXOnTsxdepU3Lp1C7dv34ZKpYKtra2Ws88bIgIAOHPmDDIyMnDv3j1cuHBBma9SqeDj44MvvvgC586dw8OHD7WVKqlpu2Ik3ZSQkCAXLlyQjIwMadu2rXTq1Ek5haC++rFjx44FejT1f/75R8zMzDTu8JCRkSEPHjwQT09P+eWXXzTiC0q/o1f1zUtOTpaqVatKxYoV5X//+5+IPL+iOCIiQlavXq1xqr0gtUZeuHBB6tevL40bN5auXbuKg4ODRh++69evi0qlUlq7C/oFK3ll37590qxZM6ldu7asX79emf5yP9yBAwdK3bp1lYurPiR//fWXuLu7y/79+2Xp0qVSuXJl2bRpk0bMmjVrxM3N7YMfzPt9wBa2Ai41NVX5pXX37l0kJSXhyZMnsLS0hIeHBzIyMnDr1i14e3vDzMwMAFC2bFksXboUo0aNgqmpqTbTfydebOl58f9FixZFWFgY5syZg1WrVgEA9PT0UKhQIRgZGUFPT/PrpVKp3k3CWiQi0NfXBwD8+OOPOH78uDKvUKFC2LVrF/T19dG9e3fs2rUL5ubmCAoKQvPmzVGrVi0Az7fxy9vuQ1aqVClMnToVT58+xZIlSzB48GAEBgZCRJCWlgZ9fX14e3vDzs4OAGBgYKDljN9v6v2dn58fBg4cCFtbW0yaNAlr164FAHh7ewMA9uzZg4EDB+KXX37B5MmTYWFhobWc85J6/e/cuYNFixZh4MCB8PX1RY0aNVCoUCH88ssv2LhxoxK7d+9eFClSRNn/kxZps1ok7fnll180+mKsW7dOypYtK5UrV5bg4GClY/OdO3ekQoUKEhISIhs3bpRhw4aJs7PzB3eV1Ku82NIzZcoU6dy5s9StW1fmzJkjN27ckJs3b0r79u2lZMmSMmDAAJkxY4b4+/uLt7d3gbkK9EXqdU5KSpJChQqJn5+fMhyFuoUxMTFR7O3tpV69erJx48YC0/L4OpcuXZLAwEBp0KCB7N69W5n+7bffiru7e4G/aCW/7N27V5o1ayZ16tRRWtquXLkiX331lVStWlWOHz+u5Qzz3q5du6Rt27ZSp04d5fsp8rzvcq1ataRChQri6ekpDRo04NWgOkQl8v/lNhUY//zzDwICAqCvr48DBw7g8ePHKF26NEaMGIGUlBTs2rULJ0+exP79++Hm5oatW7eic+fOsLCwQFpaGlavXo2PPvpI26vxTg0ZMgS//vorunXrhjNnzuCff/6Bra0t5s6dCwsLC/z++++YPXs2XFxc4ODggD/++AOGhobIyMhQWpw+ZH/++ScOHz6MPXv2oGzZsmjevDkCAgJQqVIlODg4YN68efDy8gIAPH78GA0bNsThw4cxePBgjB49WsvZ646LFy/iq6++gohg7NixiIyMxMiRI7Fv374C9517l/bt24effvoJjx49wuDBg9GgQQPcvHkTxsbGcHBw0HZ6eW7nzp1o1aoV7t+/j+XLl+Pzzz9X5t28+X/t3XlYVWUeB/DvudwLOCCLuODCqCACKpuyCokLpDkolQtaGjzRhIqyJGqGzWiOg4YOiuSSC7mUY6ZQ5BIgomKSIEOIKIKikAtkKJCKIvc3fzCc4aaRGnEu3t/neXwe73nfc87vHi6X33nf875vOc6cOYOUlBSYmZnB19cXVlZWEkbLRBInjEwCSqWSjh49Sh4eHmRvb09JSUm0ZMkSsfz8+fPk4+NDnTt3posXLxIR0cWLF6mkpIQqKiqkClsyOTk5ZGFhodLqkZycTOPHj6dx48aJrY33799XWX5KU541ioyMpN69e5O/vz8FBQVR//79SSaT0cyZM6msrIwsLCzI3d2dvv/+e3GUXVBQkEatM/s0Lly4QL6+vtS1a1dSKBSUk5MjdUjPjV+25jZ/feLECZo0aRLZ29uLkzg/D5RKpdjyffPmTXER++LiYjI3N6cxY8aI05Yw9cYJm4Zp+oJSKpV07Ngx8vT0JB0dHZoxY4ZKvaakzdTUlEpKSqQIVTK/XMHg9OnTZGxsTLm5uSr1du/eTX379hW3/3IdQk2watUqMjU1pezsbDFBLSsro1WrVpG2tjbNmjWL7ty5Iy7L5evrS1ZWVuTr6yseQ5MGGDyp8+fP0/jx48Wlutizafo9bH4j1ZKMjAyaPn36c3EzsX//fpW5Mffu3Uuurq5kbm5O48aNowMHDtClS5fI3NycJk2apHJjwL+T6om7RDUQEUEQBCiVShw9ehRLlizBpUuXkJ+fDyMjI7FecXExpk2bhqqqKpw7dw5aWloa8eB8kyVLlqB79+6wtbVFQEAAYmJi4OfnJ14/oHHgwbx58xAeHi5tsG2MiHD37l288sor8PX1FbvxgMbBFdXV1UhISEBkZCR27dqFF198Ef/4xz9QW1sLExMTLFu2TDyOJn2mnkZ9fT0UCoXUYbRbTZ+tb775Bnv37sWdO3cQEhICW1vbFgcQ1NXVQVdXtw0jbX0VFRVwd3fH8OHDsWjRItTV1cHNzQ0LFiyAXC7H5cuXsXnzZmzevBkvvPACfHx84OrqirCwMLi6ukodPvs10uWKrK01v9u8d+8eETU+JH78+HEaMmQI2draUlVVlco+xcXFdOXKlTaPVQrN7yr37dtHxsbG4gPH48aNIwsLC5UHkH/88Ueyt7enzz//vM1jVQc//PADGRoa0oEDB4jo0VbFq1evkqOjI/n7+xPRo3ftfBfP/mhpaWkkl8tp+vTpNGDAADI3N6eVK1dqxKCp06dPk5OTE4WEhFBUVBRFRkaKZdXV1bR27VpSKBSUlpZG+fn5ZGRkREFBQVRXVydh1Kwl3MKmIeh/d5v79+/H5s2bUVtbiylTpuCtt94C8P8h7Pfu3cPRo0dVWto0zWeffYYff/wRDx8+xNy5cwE0TnDq5eWF8vJyBAQEwNTUFF9++SVu3LiB3NxcjRhY8Eu1tbWwsLBAeHg43nvvPZWyps/b+++/j8TEROTm5kIQBLHFiLhljf3BKioqEBMTAwsLC8ycORMA8M477yA1NRXTp09HUFAQTExMnuvPYm5uLmbOnImKigr4+voiPj5eLKuurkZ4eDjq6uqwa9cufPvtt+jatSv69esnYcSsJZoz2ZGGombdVOnp6ZgyZQqMjY3RrVs3zJgxAxEREbh79y48PT2xcuVKdOzYEXZ2dqiurpY48rbz4MED3L17FwDw888/IzIyEhERESgtLRXraGlpITMzE76+vjh+/DgSEhLQqVMn5OTkQEtLCw0NDVKFLxlBENC7d2/s378fFy9eFLc3vwe8desW3N3doa2trfJH8Xn9A8nUQ15eHl588UUcPHgQpqam4vZ//etf8PHxwfbt25GQkIAff/zxuf4sDh48GJs2bYIgCDh8+DDy8vLEMkNDQ/To0QOFhYWoq6vD0KFDOVlTd9I17rG2dO3aNdq8eTPFxsaK25KSkkgul9OcOXPEFQvS09PJ29tbHB36vPviiy/o1VdfJUdHR/rggw+IqPGheXd3d7K0tKTz588TkWr33b1796impkbsAtSU0aCPk56eTnK5nAICAh75zFRUVJC1tTUZGhqSvb09rVy5UqNXxmBta9KkSSQIAkVFRT3yuYuMjKTu3bvT6tWrNaJrPj8/n2xtbSkwMFBlIMLbb79N3t7e4io2TL1xwqYBmpa2MTExodWrV6uUffXVVySXyyksLExcwF1T/qhu2LCBDAwMKCIigsLDw0kmk4nL/5SXl5ONjQ05OTmJE5Y+buSnpowGbclHH31ECoWCRowYQXFxcXTmzBnas2cP2dnZ0fDhw2nXrl30+eef040bN6QOlT2nfu33cOrUqWRpaUnbt28Xv9+aREVFacyNKRFRbm4uDRo0iMzNzSkwMJCCg4PJxMSEJ8VtRzhh0xAbNmwgbW1tCgkJEYe4N33Jff311yQIAs2fP1/KENvUpk2bSKFQUGJiorht6tSpFBcXR9evXyeixpY2R0dHcnZ2Fld+YI9SKpV06NAhsra2Jn19fdLS0iJXV1cKDg6WOjSmAZq+xzIzM2nJkiX07rvvUkJCglju7+9PNjY2tG3btkeSNk2Tn59P/fr1IzMzM4qOjn4upi/RJJywaZB169aRIAj04YcfqszHRkR08OBBKiwslDK8NnPkyBESBEFlsmAiInt7e7K1taWOHTvS0KFDaefOnVRWVkZ2dnbUt29fjZw0+GlUVVXRDz/8QLm5uSrXShOX6GJta+/evdSpUyeaMGECBQcHkyAIFBISIpb7+/uTnZ0dbdy4UWN6EH5NTk4O+fj4UGVlpdShsKfEo0SfM/S/EU8FBQWorKxETU0NXn75ZbE8Pj4eoaGhWLFiBSIjIyEIwnM9SupxiouLERQUBGNjY7z//vtwcnLChAkTkJ+fj2XLlsHAwACRkZFQKpVISUlBQ0MDFi5ciB07dmjkaNDfQ9M+W6ztXbx4Ed7e3pg7dy5mz56Na9euwcrKCkFBQVi1apX4OztmzBhUV1fj0KFDMDQ0lDhqaT0Pc81pIk7YniNNfxwTExMRGhoKY2NjlJeXw8XFBStXrsTAgQMhk8kQHx+PyMhIvPfee3j//fc18g9q05qNWlpauH37Nu7du4e9e/eiT58+ABqHwzs5OSExMRF+fn7ifpqyNihj6oqaTfwtk8mQnZ2N0NBQnDx5EpcvX4anpyfGjRuH9evXAwCys7Ph7OwMALh69Sp69uwpZfiMPTOe1qMdUyqVKq8FQUBaWhqCgoKwePFi5OfnIz09HampqQgPD0deXh6ICLNnz8bSpUuxZs0a3Lp1S6LopWVpaYm4uDjcv38fBQUFePfdd9GnTx8olUpxWgobGxuYmJio7MfJGmNtr+m77uHDh+INZm1tLYDG772amhqkpaVhxIgR+Mtf/oK1a9cCAE6fPo3o6GicPXsWADhZY+0aJ2ztVNPd5eXLl/HVV18BaJxPbP/+/QgNDUVQUBBKS0sxceJEBAQE4PLlywgJCUFubi6USiXmzZuHkpISdOrUSeJ3Ih1LS0ts2LABbm5uSEhIwPHjxyGTySAIAv7+97+ja9euGDp0qNRhMqbxZDIZLl26hHXr1gEAdu/ejT59+qCqqgo9evRAr169MGHCBLi7u2Pjxo2Qy+ViverqanTr1k3K8BlrFXKpA2DPRiaT4dq1a3B2dkaXLl3w888/47XXXsPYsWPRs2dP3L59G/7+/hg5ciQ2bdqEI0eOYNSoUQgODsaWLVtgb28PY2Njqd+G5CwsLLB27VqEhoZi+fLlEAQBsbGxuHDhAgoKCiCTycTkmDEmnV27diEmJgY5OTnYs2cP1q1bJ95wTps2DWfOnIGBgQGOHTsGPT09fPrpp0hISMCxY8fQuXNniaNn7PfjhK0du3DhAqqqqtC3b1/s3r0bMpkMU6ZMAQAkJiaCiLBgwQIAjQ+Zjhs3DuXl5S0ufKyJmrpHIyIiMHLkSJibm6OgoAAKhQIPHz4U79YZY9KJiopCQUEBdu7ciUmTJmHq1Kli2fTp01FTU4M9e/Zg9OjRsLa2hpaWFjIyMmBrayth1Iy1Hm42aMeGDx+OwMBA1NfXQ6FQ4OOPP8aOHTsANK6jd/36dXTo0AFA41qhDg4OyM7Ohrm5uZRhqyVLS0usXLkSM2bM4GSNMTXz4MEDEBEUCgX8/Pxw6tQpxMXFobKyUqwTEhKCPXv2ICsrC0lJSUhNTYW9vb2EUTPWuniUaDvxy265+/fvQ0dHBwcOHMCePXswdepUbNy4ETdv3kRERASGDx+OQYMGQVdXF6ampigoKEBGRgYcHBykexPtCCdrjKmfplHaCxcuxGeffYZZs2bhzTffRJcuXQA03qjy82rsecUtbO1AU7JWXl6OxMREAICOjg4AwNnZGVlZWSguLsaGDRvQuXNnrFy5EpmZmcjNzcUrr7yCYcOG4eTJk5ysPQVO1hiTVlNbwtmzZ5Gamoq0tDRUV1cDAKKjo/H6669j/fr12LJlC0pLS7F48WLY2tqirq4O3A7BnkfcwtZOlJeXw9HREVVVVXjppZcQEBAABwcH9O/fH8nJyYiJicHevXtx8+ZNLFq0CFVVVQgJCcHEiROlDp0xxp5K8zklZ86ciZ49e6KoqAivvvoqXn/9dYwePRoA8Le//Q07d+6Enp4efvrpJyQmJsLV1VXi6Bn7Y3DC1k5cuXIFEydOhEKhwP379zF48GCkpqbivffeg5GREXbs2IFZs2bhpZdeQmFhIcLCwqCrq4tPP/0UBgYGUofPGGNP5fDhw/D398eyZcsQHByMr776CpMnT8bIkSMxa9Ys+Pr6AgBSU1Nx9+5d2NnZoW/fvhJHzdgfhxO2dqS4uBjvvvsulEol3njjDQiCgDVr1sDIyAhffvklXFxccOzYMWhra6OoqAh6enro1auX1GEzxtgTIyLU1dVh3rx50NPTw4oVK1BaWgofHx/Y2NigrKwMBgYGiIqKwpgxY6QOl7E2wwlbO1NUVISIiAg0NDRg7dq16NmzJ86cOYNly5bB398f06ZN4/UbGWPtQtPzuc2XfLtx4wZMTU2RlZUFIyMjdO/eHSNHjoSDgwO2bNmCAwcOYPLkyRg8eDAWLlyIl156SeJ3wVjb4EEH7YyVlRXWrFkDAJgzZw7y8vLg5uaG5ORkTJs2DQA4WWOMtQsymQxFRUWIi4sDAOzZswcODg6oqKiAg4MDrK2tcfjwYchkMixZskTcb8CAAejUqRPPscY0Cids7ZClpSXi4+Mhk8mwdOlSZGZmSh0SY4w9kyNHjmDu3LmYPn06pk6dihUrVqBbt27iSPg7d+6gtrYW169fBwCcPHkSY8aMwfbt2/mRD6ZRuEu0HSsuLsY777yDmzdvIjY2Fm5ublKHxBhjLXpcN2hgYCB27NiBCRMm4PPPP1epn52djYCAAOjr60Mul6OgoACZmZmws7OTInzGJMMtbO2YpaUlYmJi0KtXL/To0UPqcBhjrEVNydrly5exZcsWnDx5EkBj16i/vz+++OILREdHi/OtERGcnZ3x0UcfYezYsXB3d8d3333HyRrTSDw7aDtnbW2NTz/9FNra2lKHwhhjv6opWTtz5gwmTpyIgQMHijeaW7duBQC4uroiIiICRITZs2eLUxJZW1tjxIgRksXOmDrghO05wMkaY0zdyWQynD9/Hl5eXggODsacOXMe6RkICwtDQ0MDIiMjAQCvvfYadu7ciY0bN+Ls2bPo2LEjD6piGoufYWOMMfaHq6urwxtvvIGuXbsiPj5e3F5fX4+KigrU1NRgwIABAIDY2FgsWrQIVlZWKCsrw6FDh+Dk5CRV6IypBW5hY4wx9oeTy+W4ceMGhg0bJm775ptvcOjQIWzduhUmJibo3bs30tPTERERgSFDhuD27duws7NDnz59pAucMTXBLWyMMcb+cDU1NXB1dcULL7yAuXPnYt++fdi2bRsGDRqEYcOGQV9fH9HR0fD19UVsbKzU4TKmdjhhY4wx1ibS09MxevRo9OzZE1VVVYiJicGoUaPQr18/1NfXw9fXF927d8cnn3widaiMqR3uEmWMMdYmRo4ciUuXLqGyshK9e/dG586dxTItLS0YGhrCzMwMTe0IPMCAsf/jFjbGGGOSevDgAZYuXYqtW7ciIyMDlpaWUofEmNrhFjbGGGOS2blzJ7Kzs7F7924cPHiQkzXGfgUnbIwxxiRRVFSELVu2wNjYGEeOHIGNjY3UITGmtrhLlDHGmGQqKyuho6MDQ0NDqUNhTK1xwsYYY4wxpuZ48XfGGGOMMTXHCRtjjDHGmJrjhI0xxhhjTM1xwsYYY4wxpuY4YWOMMcYYU3OcsDHGGGOMqTlO2BhjjDHG1BwnbIyx361Pnz5YvXr1E9e/fPkyBEFAXl7er9b55JNPYGRk9Ltje1bDhw9HeHi4JOcWBAFJSUmSnJsxpp44YWNMQwUGBkIQBCxfvlxle1JSEgRBeKpjZWdn4+23327N8NhvuHHjBsLCwtCvXz/o6uqiW7du8PDwwPr163H37l2pw2OMtTJeS5QxDaarq4sVK1YgODgYxsbGz3ycLl26tGJU0iIiNDQ0SB1Giy5dugQPDw8YGRnhn//8J2xtbaGjo4MzZ87g448/Rs+ePTF+/PjH7ltfXw+FQtHGETPGfi9uYWNMg3l7e8PU1BTR0dEt1svMzMQLL7yADh06wMzMDKGhobhz545Y/ssu0fPnz8PT0xO6uroYMGAA0tLSHtvNd+nSJYwYMQJ/+tOfYG9vj5MnTz5y7qSkJFhaWkJXVxejR49GeXm5Svn69ethYWEBbW1tWFlZYceOHWLZ47peb9++DUEQkJGRAQDIyMiAIAg4ePAghgwZAh0dHWRmZgIAlEol5s+fj06dOsHU1BSLFy9WOXdZWRn8/Pygr68PAwMDTJ48GRUVFU8cHwAUFxdj2LBh4rVKTU197M+guVmzZkEulyMnJweTJ0+GjY0NzM3N4efnh/3792PcuHFiXUEQsH79eowfPx56enpYtmxZq163/fv3w87ODrq6unBzc0NBQcFvxs8YewbEGNNIAQEB5OfnR/v27SNdXV0qLy8nIqLExERq/tVQUlJCenp6FBsbSxcuXKATJ06Qo6MjBQYGinV69+5NsbGxRET08OFDsrKyIh8fH8rLy6Pjx4+Ti4sLAaDExEQiIiotLSUAZG1tTV9//TUVFRXRxIkTqXfv3lRfX09ERAkJCaRQKMjJyYm+/fZbysnJIRcXFxo6dKh43n379pFCoaCPPvqIioqKaNWqVaSlpUXp6ekq5/nPf/4j7nPr1i0CQEeOHCEioiNHjhAAsrOzo5SUFCopKaGffvqJvLy8yMDAgBYvXkwXLlygbdu2kSAIlJKSQkREDQ0N5ODgQJ6enpSTk0NZWVk0ZMgQ8vLyeuL4GhoaaNCgQTRq1CjKy8ujo0ePkqOjo8q1+qWbN2+SIAgUHR39RD9nANS1a1faunUrXbx4ka5cudKq183GxoZSUlIoPz+ffH19qU+fPvTgwYMnio0x9uQ4YWNMQzUlbEREbm5u9OabbxLRowlbUFAQvf322yr7Hj9+nGQyGd27d4+IVBO2gwcPklwup+vXr4v1U1NTH5uwbd68Waxz9uxZAkDnzp0josaEDQBlZWWJdc6dO0cA6LvvviMioqFDh9Jf//pXldgmTZpEY8eOVTnPkyQeSUlJKsfx8vIiT09PlW3Ozs60YMECIiJKSUkhLS0tKisre+Q9nDp16oni++abb0gul9PVq1fF8oMHD7aYsGVlZREA2rdvn8p2ExMT0tPTIz09PZo/f764HQCFh4er1G3N6/bvf/9brPPTTz9Rhw4daPfu3Y+NnTH27LhLlDGGFStWYNu2bTh37twjZd9//z0++eQT6Ovri/9Gjx4NpVKJ0tLSR+oXFRXBzMwMpqam4jYXF5fHntfOzk78f/fu3QEAlZWV4ja5XA5nZ2fxtbW1NYyMjMQ4z507Bw8PD5Vjenh4PPZ9/BYnJ6cW42uKsSm+c+fOwczMDGZmZmL5gAEDniq+pmP06NFDLHd3d3/q2AHg1KlTyMvLw8CBA3H//v0W31trXrfm8Xbq1AlWVlbPdBzGWMt40AFjDMOGDcPo0aOxcOFCBAYGqpT9/PPPCA4ORmho6CP7/fnPf/5d523+8HvTyFSlUvm7jtmcTNZ4T0pE4rb6+vrH1tXT02sxPqAxxtaM71n069cPgiCgqKhIZbu5uTkAoEOHDo/s87j31pKnuW6MsbbBLWyMMQDA8uXLkZyc/MiD/4MHD0ZhYSH69ev3yD9tbe1HjmNlZYXy8nKVh++zs7OfKaaHDx8iJydHfF1UVITbt2/DxsYGAGBjY4MTJ06o7HPixAkMGDAAwP9Hr16/fl0sb2nut6dhY2OD8vJylUEQhYWFuH37tnj+34qv6RjN48vKymrxvCYmJvDx8UF8fLzKwI+njb21rlvzeG/duoULFy6IPx/GWOvhFjbGGADA1tYWr7/+OuLi4lS2L1iwAG5ubpg9ezbeeust6OnpobCwEKmpqYiPj3/kOD4+PrCwsEBAQAA+/PBD1NbWYtGiRQDw1PO7KRQKzJkzB3FxcZDL5Zg9ezbc3NzELtZ58+Zh8uTJcHR0hLe3N5KTk7Fv3z6kpaUBaGxtcnNzw/Lly9G3b19UVlaKsfxe3t7e4jVbvXo1Hj58iFmzZsHLy0vsgvyt+Ly9vdG/f38EBAQgJiYGNTU1iIqK+s1zr1u3Dh4eHnBycsLixYthZ2cHmUyG7OxsnD9/HkOGDGlx/9a8bh988AFMTEzQrVs3REVFoXPnznj55Zef4koyxp6I1A/RMcak0XzQQZPS0lLS1tamX341nDp1inx8fEhfX5/09PTIzs6Oli1bJpY3H3RA1Dg4wMPDg7S1tcna2pqSk5MJAB06dEg8D37jofaEhAQyNDSkvXv3krm5Oeno6JC3tzdduXJFJbZ169aRubk5KRQK6t+/P23fvl2lvLCwkNzd3alDhw7k4OBAKSkpj314/tatWyr7eXl5UVhYmMo2Pz8/CggIEF9fuXKFxo8fT3p6etSxY0eaNGkS3bhx46niKyoqIk9PT9LW1qb+/fvToUOHWhx00OTatWs0e/Zs6tu3LykUCtLX1ycXFxeKiYmhO3fuiPV+7Vitdd2Sk5Np4MCBpK2tTS4uLvT999+3GDdj7NkIRM0eUmCMsT/AiRMn4OnpiZKSElhYWEgdDmsFGRkZGDFiBG7duiXpEmKMaQruEmWMtbrExETo6+vD0tISJSUlCAsLg4eHBydrjDH2jDhhY4y1utraWixYsABlZWXo3LkzvL29sWrVKqnDYoyxdou7RBljjDHG1BxP68EYY4wxpuY4YWOMMcYYU3OcsDHGGGOMqTlO2BhjjDHG1BwnbIwxxhhjao4TNsYYY4wxNccJG2OMMcaYmuOEjTHGGGNMzf0XqmKGriZq93cAAAAASUVORK5CYI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222" name="AutoShape 6" descr="data:image/png;base64,iVBORw0KGgoAAAANSUhEUgAAAmwAAAIDCAYAAAC5N0KqAAAAOnRFWHRTb2Z0d2FyZQBNYXRwbG90bGliIHZlcnNpb24zLjEwLjAsIGh0dHBzOi8vbWF0cGxvdGxpYi5vcmcvlHJYcgAAAAlwSFlzAAAPYQAAD2EBqD+naQAAoPBJREFUeJzs3XdYFGfXBvB76UhHmigCioooakRFNLFBQMXYY1dE1GjQ2FtibCm2xN4TWxKNvUSNKGJ7Vexi7z0qWAFBpZ7vD7+duIIRFNxV7t917aU7c3b2zLA7c/aZZ55RiYiAiIiIiHSWnrYTICIiIqL/xoKNiIiISMexYCMiIiLScSzYiIiIiHQcCzYiIiIiHceCjYiIiEjHsWAjIiIi0nEs2IiIiIh0HAs2IiIiIh3Hgu0VVCoVevXq9dq4RYsWQaVS4dq1a7lafp06dVC+fPk3zC7/XLt2DSqVCosWLXrj1/7000+vje3cuTPMzc3fIMP85ebmhkaNGmk7DcXb/D0KGl37270t9b7l8OHD2k4lizp16qBOnTpv/Fpd3Pe9L3bu3AmVSoVVq1ZpO5UciYuLQ8uWLVG4cGGoVCpMmTLlrZb3Np+97Li5uaFz5855trz89MEVbCtWrIBKpcLatWuzzKtYsSJUKhV27NiRZV7x4sVRo0aNd5FinnBzc4NKpULv3r2zzHvfvtCUd+7evYuhQ4fC29sb5ubmMDExgYeHB0JDQ7Fnzx5tp0fZmDVrllYL8tftL3T1x1Vu3L59G6NGjUJMTEyO4tXFsomJCW7dupVlPovOnOvXrx+2bNmCYcOG4ffff0f9+vVfGZvThpLc2rdvH0aNGoX4+Pg8X/a79MEVbB9//DEAZDk4JSYm4tSpUzAwMMDevXs15t28eRM3b95UXpsbHTt2xNOnT+Hq6vrmSb+FX375Bbdv386z5bm6uuLp06fo2LFjni2T3o2DBw+iXLlymDJlCnx8fDB+/HjMmDEDrVu3xsGDB/HJJ59g9+7d2k6TXqLtgu1NbN26FVu3btV2Gjl2+/ZtjB49OscFm1pKSgrGjRuXP0kVENu3b0eTJk0wcOBAdOjQAZ6enm+1vDf57O3btw+jR4/OtmA7f/48fvnll7fK6V0x0HYCec3Z2Rnu7u5ZCrbo6GiICD7//PMs89TP36Rg09fXh76+/psn/BbKlSuH8+fPY9y4cZg2bVqeLFP9q7KgSU5OhpmZmbbTeGOPHj1C06ZNYWBggJiYmCw7xe+//x7Lli2Dqanpfy7nfd8O9G4YGRlpO4V3olKlSvjll18wbNgwODs7azuddyqv9gV3796FtbX12yf0//L6s2dsbJyny8tPH1wLG/C88Dp27BiePn2qTNu7dy/KlSuHBg0aYP/+/cjMzNSYp1KpULNmzSzLWrduHcqXLw9jY2OUK1cOERERGvNf1Ydt8+bNqF27NiwsLGBpaYmqVati6dKlWZZ/5swZ1K1bF4UKFULRokUxYcKEHK+nm5sbOnXqlONWtlu3bqFLly5wdHRU1mfBggUaMa/qM7Vy5Up4eXnBxMQE5cuXx9q1a9G5c2e4ubll+17z5s1DyZIlYWxsjKpVq+LQoUPZxl25cgVBQUEwMzODs7MzxowZAxHRiElOTsaAAQPg4uICY2NjlClTBj/99JNG3H/19VKpVBg1apTyfNSoUVCpVDhz5gzatWsHGxubLMX6nj17UK1aNZiYmKBEiRL47bffss39888/h62tLQoVKoTq1atj06ZNWeLu3r2LsLAwODo6wsTEBBUrVsTixYuzxMXHx6Nz586wsrKCtbU1QkJCctyEP2fOHNy5cwdTpkzJ9hesSqVC27ZtUbVq1Rxth/T0dHz33XfK39DNzQ1ff/01UlJSsiz3xW2r9nK/EPX3ZPfu3fjiiy9QuHBhWFpaolOnTnj06JHGaw8fPoygoCDY2dnB1NQU7u7u6NKlS462A/D6v93Dhw8xcOBA5bSxpaUlGjRogOPHjysxcXFxMDAwwOjRo7Ms//z581CpVJgxY4YyLT4+Hn379lU+ox4eHhg/frzGfiY7bm5uOH36NHbt2gWVSgWVSpWlf05KSgr69+8Pe3t7mJmZoVmzZrh3716WZW3evBmffPIJzMzMYGFhgeDgYJw+fTonmyzXsutHdP36dTRu3BhmZmZwcHBQToWpVCrs3LkzyzJysu9LSUnByJEj4eHhAWNjY7i4uGDw4MFZPoeRkZH4+OOPYW1tDXNzc5QpUwZff/01gOenfNWf+9DQUGU756RV8+uvv0ZGRsZrW9neZP9z4cIFdOjQAVZWVrC3t8e3334LEcHNmzfRpEkTWFpawsnJCT///HO275mRkYGvv/4aTk5OMDMzQ+PGjXHz5s0scQcOHED9+vVhZWWFQoUKoXbt2lnOMuVkn/iy1+3/1N95EcHMmTOV7f62svvsTZ8+HeXKlUOhQoVgY2ODKlWqKMfbUaNGYdCgQQAAd3d3JQ/1MftV+6q9e/e+9nuXmZmJUaNGwdnZGYUKFULdunVx5syZLMtMS0vD6NGjUapUKZiYmKBw4cL4+OOPERkZmat1/+Ba2IDnBdvvv/+OAwcOKH/YvXv3okaNGqhRowYSEhJw6tQpVKhQQZnn6emJwoULayxnz549WLNmDb788ktYWFhg2rRpaNGiBW7cuJEl9kWLFi1Cly5dUK5cOQwbNgzW1tY4duwYIiIi0K5dOyXu0aNHqF+/Ppo3b45WrVph1apVGDJkCLy9vdGgQYMcres333yD33777bWtbHFxcahevbrSR8De3h6bN29GWFgYEhMT0bdv31e+dtOmTWjdujW8vb0xduxYPHr0CGFhYShatGi28UuXLsXjx4/xxRdfQKVSYcKECWjevDmuXLkCQ0NDJS4jIwP169dH9erVMWHCBERERGDkyJFIT0/HmDFjAAAigsaNG2PHjh0ICwtDpUqVsGXLFgwaNAi3bt3C5MmTc7SdsvP555+jVKlS+PHHHzWKv0uXLqFly5YICwtDSEgIFixYgM6dO8PHxwflypVTtmeNGjXw5MkTfPXVVyhcuDAWL16Mxo0bY9WqVWjWrBkA4OnTp6hTpw4uXbqEXr16wd3dHStXrkTnzp0RHx+PPn36KOvZpEkT7NmzBz169EDZsmWxdu1ahISE5GhdNmzYAFNTUzRv3jxPtkPXrl2xePFitGzZEgMGDMCBAwcwduxYnD17Ntv+oTnVq1cvWFtbY9SoUTh//jxmz56N69evK/2o7t69i8DAQNjb22Po0KGwtrbGtWvXsGbNmhwtPyd/uytXrmDdunX4/PPP4e7ujri4OMydOxe1a9fGmTNn4OzsDEdHR9SuXRsrVqzAyJEjNd5j+fLl0NfXx+effw4AePLkCWrXro1bt27hiy++QPHixbFv3z4MGzZMKaJfZcqUKejduzfMzc3xzTffAAAcHR01Ynr37g0bGxuMHDkS165dw5QpU9CrVy8sX75cifn9998REhKCoKAgjB8/Hk+ePMHs2bOVH6+v+mH1osePH+P+/ftZpr9cHGUnOTkZ9erVw507d9CnTx84OTlh6dKl2fYXBnK278vMzETjxo2xZ88edO/eHWXLlsXJkycxefJkXLhwAevWrQMAnD59Go0aNUKFChUwZswYGBsb49KlS0pRUrZsWYwZMwYjRoxA9+7d8cknnwBAjvosu7u7Kz+Khw4dmqetbK1bt0bZsmUxbtw4bNq0Cd9//z1sbW0xd+5c1KtXD+PHj8eSJUswcOBAVK1aFbVq1dJ4/Q8//ACVSoUhQ4bg7t27mDJlCgICAhATE6O0pG/fvh0NGjSAj48PRo4cCT09PSxcuBD16tXD//73P1SrVk1jma/aJ74sJ/u/WrVq4ffff0fHjh3x6aefolOnTnm27V70yy+/4KuvvkLLli3Rp08fPHv2DCdOnMCBAwfQrl07NG/eHBcuXMCff/6JyZMnw87ODgBgb2//n8vNyfdu2LBhmDBhAj777DMEBQXh+PHjCAoKwrNnzzSWNWrUKIwdOxZdu3ZFtWrVkJiYiMOHD+Po0aP49NNPc76y8gE6ffq0AJDvvvtORETS0tLEzMxMFi9eLCIijo6OMnPmTBERSUxMFH19fenWrZvGMgCIkZGRXLp0SZl2/PhxASDTp09Xpi1cuFAAyNWrV0VEJD4+XiwsLMTX11eePn2qsczMzEzl/7Vr1xYA8ttvvynTUlJSxMnJSVq0aPHadXR1dZXg4GAREQkNDRUTExO5ffu2iIjs2LFDAMjKlSuV+LCwMClSpIjcv39fYzlt2rQRKysrefLkiYiIXL16VQDIwoULlRhvb28pVqyYPH78WJm2c+dOASCurq7KNPVrCxcuLA8fPlSmr1+/XgDIhg0blGkhISECQHr37q2xfYKDg8XIyEju3bsnIiLr1q0TAPL9999r5N2yZUtRqVTK3ye7vNUAyMiRI5XnI0eOFADStm3bbLcrANm9e7cy7e7du2JsbCwDBgxQpvXt21cAyP/+9z9l2uPHj8Xd3V3c3NwkIyNDRESmTJkiAOSPP/5Q4lJTU8XPz0/Mzc0lMTFRYz0nTJigxKWnp8snn3zyyvV6kY2NjVSqVCnL9MTERLl3757ySEpKeu12iImJEQDStWtXjekDBw4UALJ9+3Zl2svbVs3V1VVCQkKU5+rviY+Pj6SmpirTJ0yYIABk/fr1IiKydu1aASCHDh36z/XNTk7/ds+ePVP+PmpXr14VY2NjGTNmjDJt7ty5AkBOnjypEevl5SX16tVTnn/33XdiZmYmFy5c0IgbOnSo6Ovry40bN/4z73Llyknt2rWzTFdvs4CAAI19R79+/URfX1/i4+NF5PnnztraOss+LDY2VqysrLJMf5l6f/FfDzMzM43X1K5dWyPnn3/+WQDIunXrlGlPnz4VT09PASA7duzQeG1O9n2///676OnpaXzHRETmzJkjAGTv3r0iIjJ58mQBoOwzsnPo0KEcfY/U1Nv+0KFDcvnyZTEwMJCvvvpKYx3KlSunPH+T/U/37t2Vaenp6VKsWDFRqVQybtw4ZfqjR4/E1NRU47uk/nsVLVpU2X+IiKxYsUIAyNSpU0Xk+f60VKlSEhQUpPH5efLkibi7u8unn36aJafs9onZyen+T73+4eHhOVpuTmJf/uw1adJE42+RnYkTJ2ocp1/0qn3V6753sbGxYmBgIE2bNtVY3qhRowSAxjIrVqyoHK/fxgd5SrRs2bIoXLiw0jft+PHjSE5OVn5R1ahRQ/n1FR0djYyMjGybfwMCAlCyZEnleYUKFWBpaYkrV6688r0jIyPx+PFjDB06NEtfsJebg83NzdGhQwfluZGREapVq/afy8/O8OHDkZ6e/spmexHB6tWr8dlnn0FEcP/+feURFBSEhIQEHD16NNvX3r59GydPnkSnTp00rhSrXbs2vL29s31N69atYWNjozxX/6LNbr1evCJI3fqXmpqKbdu2AQD+/vtv6Ovr46uvvtJ43YABAyAi2Lx5c7Y55ESPHj2yne7l5aXkDDz/JVamTBmN/P/++29Uq1ZN43Njbm6O7t2749q1azhz5owS5+TkhLZt2ypxhoaG+Oqrr5CUlIRdu3YpcQYGBujZs6cSp6+vn+1VwNlJTEzM9kq+jh07wt7eXnkMGTLktdvh77//BgD0799fY/qAAQMAINvTvjnVvXt3jVbWnj17wsDAQHlPdV+XjRs3Ii0tLdfLz8nfztjYGHp6z3d9GRkZePDggXIa7cXvQfPmzWFgYKDxi/rUqVM4c+YMWrdurUxbuXIlPvnkE9jY2Gh8twICApCRkfHWF3p0795dY9/xySefICMjA9evXwfwfJ8THx+Ptm3bary/vr4+fH19X9nK9bIRI0YgMjIyyyMwMPC1r42IiEDRokXRuHFjZZqJiQm6deuWbXxO9n0rV65E2bJl4enpqbFe9erVAwBlvdSfmfXr17/2FPSbKFGiBDp27Ih58+bhzp07ebbcrl27Kv/X19dHlSpVICIICwtTpltbW2f5/Kp16tQJFhYWyvOWLVuiSJEiyncpJiYGFy9eRLt27fDgwQNl+yUnJ8Pf3x+7d+/Osr1etU98WU73f++CtbU1/vnnn1d2u3lTr/veRUVFIT09HV9++aXG67LbZ1tbW+P06dO4ePHiW+X0QRZsKpUKNWrUUPqq7d27Fw4ODvDw8ACgWbCp/82uYCtevHiWaTY2Nln63Lzo8uXLAJCjS76LFSuWpYh73fKz87odyr179xAfH4958+ZpHLzt7e0RGhoK4Hk/q+yoP5zqbfei7KYBWbebunh7eb309PRQokQJjWmlS5cGAKV/wfXr1+Hs7KyxYwKeF+Uv5vcm3N3ds52ek7/79evXUaZMmSxxL+d1/fp1lCpVSikQ/iuuSJEiWYqu7N4jOxYWFkhKSsoyfcyYMcqB91Ve3g7Xr1+Hnp5elr+vk5MTrK2t32qblypVSuO5ubk5ihQpovy9a9eujRYtWmD06NGws7NDkyZNsHDhwhydlgNy9rfLzMzE5MmTUapUKRgbG8POzg729vY4ceIEEhISlDg7Ozv4+/tjxYoVyrTly5fDwMBA49TzxYsXERERkeW7FRAQAODV362cet33SX0QqFevXpYctm7dmuP39/b2RkBAQJZHkSJFXvva69evo2TJkln2Z6/aR+Rk33fx4kWcPn06yzqp9xHq9WrdujVq1qyJrl27wtHREW3atMGKFSvytHh73Y/iN/Hy39XKygomJibKKbsXp2d3THj5u6RSqeDh4aF8l9Sfi5CQkCzb8Ndff0VKSorG5x149T7xZTnd/70LQ4YMgbm5OapVq4ZSpUohPDw8Sx+9N/G6792rjo22trYaDRbA8/1wfHw8SpcuDW9vbwwaNAgnTpzIdU4fZB824HkBtmHDBpw8eVLpv6ZWo0YNpQ/Unj174OzsnKVwAPDKqz/lP87t50ZeLv+bb77B77//jvHjx6Np06Ya89Q7rg4dOryyT5S6P19eyO/tlp1XdWbNyMh45WtedcWkNvJ/W56enjh+/DjS0tI0WrBy8nd91XZ4mw7C/7Xd/4t6PLD9+/djw4YN2LJlC7p06YKff/4Z+/fvf+14YDn52/3444/49ttv0aVLF3z33XewtbWFnp4e+vbtm+Ug36ZNG4SGhiImJgaVKlXCihUr4O/vr3FQzczMxKefforBgwdn+97qAuNNvW6d1Dn//vvvcHJyyhJnYKB7u/mc/J0yMzPh7e2NSZMmZRvr4uIC4Pnnd/fu3dixYwc2bdqEiIgILF++HPXq1cPWrVvz5Cr+EiVKoEOHDpg3bx6GDh2aZf6b7H+yyysv9z3qz8XEiRNRqVKlbGNe/j697ipyXVS2bFmcP38eGzduREREBFavXo1Zs2ZhxIgR2V40lFN5+beoVasWLl++jPXr12Pr1q349ddfMXnyZMyZM0ejpfV1dO+bnEdeHI9t7969Gp3qfXx8YGxsjJ07d+LAgQNo2LBhnr2v+hTqqVOnXvnrMj+ULFkSHTp0wNy5c+Hr66sxz97eHhYWFsjIyFB+9eeUeny5S5cuZZmX3bTcyMzMxJUrVzQOaBcuXAAApZO0q6srtm3bhsePH2u0sp07d04jP/UvmpevqsyvX3qurq44f/58lukv5+Xq6ooTJ04gMzNTo5Utu7ioqCgkJSVp7ESze4/sNGrUCPv378fatWvRqlWrN1up/+fq6orMzExcvHhR+cUMPO9oHB8frzHmoI2NTZZtnpqa+spTRxcvXkTdunWV50lJSbhz506W72D16tVRvXp1/PDDD1i6dCnat2+PZcuW5Wrn9iqrVq1C3bp1MX/+fI3p8fHxWVo3mjZtii+++EI5LXrhwgUMGzZMI6ZkyZJISkrK9XdL7W2vnFPvcxwcHN44h7fl6uqKM2fOQEQ01udt9hElS5bE8ePH4e/v/9ptpKenB39/f/j7+2PSpEn48ccf8c0332DHjh0ICAjIk6sThw8fjj/++APjx4/PMu9d738AZDm9JiK4dOmS8iNN/bmwtLTM889FTvd/74qZmRlat26N1q1bIzU1Fc2bN8cPP/yAYcOGwcTEJE/+/i978dj4YsvkgwcPsm0RtbW1RWhoKEJDQ5GUlIRatWph1KhRudqnfZCnRAGgSpUqMDExwZIlS3Dr1i2NFjZjY2NUrlwZM2fORHJy8huNv/YqgYGBsLCwwNixY7NcKZLfLTTDhw9HWlpalsvj9fX10aJFC6xevRqnTp3K8rrshghQc3Z2Rvny5fHbb79pnHLbtWsXTp48+dY5vzg0gohgxowZMDQ0hL+/PwCgYcOGyMjI0IgDgMmTJ0OlUilXlFlaWsLOzi5Lf6FZs2a9dY7ZadiwIQ4ePIjo6GhlWnJyMubNmwc3Nzd4eXkpcbGxsRr9oNLT0zF9+nSYm5ujdu3aSlx6ejpmz56txGVkZGD69Ok5yqdnz55wdHREv379lKL3Rbn57KmLp5evblS3dAQHByvTSpYsmWWbz5s375UtC/PmzdPomzZ79mykp6crf8dHjx5lyVXdOpDT06Kvo6+vn+U9Vq5cme2I9tbW1ggKCsKKFSuwbNkyGBkZZWnBbtWqFaKjo7Fly5Ysr4+Pj0d6evp/5mNmZvZWI7AHBQXB0tISP/74Y7b9/v7r+51XgoKCcOvWLfz111/KtGfPnr3VgKStWrXCrVu3sl3G06dPkZycDOD5MC0ve/kzox5P7G2284s/imNjYzXmvev9DwD89ttvePz4sfJ81apVuHPnjvJd8vHxQcmSJfHTTz9l213ibT4XOd3/vQsPHjzQeG5kZAQvLy+IiPJ9yIu//8v8/f1hYGCgsc8GkOVYlV2O5ubm8PDwyPU+7YNtYTMyMkLVqlXxv//9D8bGxvDx8dGYX6NGDWV8m7ws2CwtLTF58mR07doVVatWVca0OX78OJ48eZLt+Ft5Rb1Dye49xo0bhx07dsDX1xfdunWDl5cXHj58iKNHj2Lbtm3Z7vTUfvzxRzRp0gQ1a9ZEaGgoHj16hBkzZqB8+fLZ7ghyysTEBBEREQgJCYGvry82b96MTZs24euvv1Yuuf7ss89Qt25dfPPNN7h27RoqVqyIrVu3Yv369ejbt6/GRSFdu3bFuHHj0LVrV1SpUgW7d+/OtnjJC0OHDsWff/6JBg0a4KuvvoKtrS0WL16Mq1evYvXq1UprWvfu3TF37lx07twZR44cgZubG1atWoW9e/diypQpSqvhZ599hpo1a2Lo0KG4du0avLy8sGbNmix9TF7F1tYWa9euxWeffYaKFSuiTZs2qFq1KgwNDXHz5k2sXLkSQPZ9vF5WsWJFhISEYN68eYiPj0ft2rVx8OBBLF68GE2bNtVoIevatSt69OiBFi1a4NNPP8Xx48exZcuWLC1VaqmpqfD390erVq1w/vx5zJo1Cx9//LHSWX3x4sWYNWsWmjVrhpIlS+Lx48f45ZdfYGlpmWct4Y0aNcKYMWMQGhqKGjVq4OTJk1iyZEm23SKA532kOnTogFmzZiEoKCjLIKCDBg3CX3/9hUaNGilDiCQnJ+PkyZNYtWoVrl279srtATw/sM6ePRvff/89PDw84ODgoHSszwlLS0vMnj0bHTt2ROXKldGmTRvY29vjxo0b2LRpE2rWrJntQSQvffHFF5gxYwbatm2LPn36oEiRIliyZIly4dWbtHB07NgRK1asQI8ePbBjxw7UrFkTGRkZOHfuHFasWIEtW7agSpUqGDNmDHbv3o3g4GC4urri7t27mDVrFooVK6bs20uWLAlra2vMmTMHFhYWMDMzg6+vb477bKmpu56cP39eGSZG7V3uf4Dn3/mPP/4YoaGhiIuLw5QpU+Dh4aFc6KGnp4dff/0VDRo0QLly5RAaGoqiRYvi1q1b2LFjBywtLbFhw4Y3eu+c7v/exOHDh/H9999nmV6nTp1sj9WBgYFwcnJCzZo14ejoiLNnz2LGjBkIDg5W9q/q4/8333yDNm3awNDQEJ999tlbDQzs6OiIPn364Oeff0bjxo1Rv359HD9+HJs3b4adnZ3GZ97Lywt16tSBj48PbG1tcfjwYaxatSr3t+F66+tMddiwYcMEgNSoUSPLvDVr1ggAsbCwkPT09Czz8YrLi191CfDLlwv/9ddfUqNGDTE1NRVLS0upVq2a/Pnnn8r8ly8LVwsJCdEYKuNVXhzW40UXL14UfX39LMN6iIjExcVJeHi4uLi4iKGhoTg5OYm/v7/MmzdPiXnV5enLli0TT09PMTY2lvLly8tff/0lLVq0EE9PzyyvnThxYpa88NKl7SEhIWJmZiaXL1+WwMBAKVSokDg6OsrIkSOzDLnw+PFj6devnzg7O4uhoaGUKlVKJk6cqHHJtcjzy9XDwsLEyspKLCwspFWrVnL37t1XXlaf3TAAr9quL19KLiJy+fJladmypVhbW4uJiYlUq1ZNNm7cmOW1cXFxEhoaKnZ2dmJkZCTe3t7ZXv7/4MED6dixo1haWoqVlZV07NhRjh07lqvhCO7cuSODBg0SLy8vMTU1FWNjYylRooR06tRJY7iL122HtLQ0GT16tLi7u4uhoaG4uLjIsGHD5NmzZxpxGRkZMmTIELGzs5NChQpJUFCQXLp06ZXfk127dkn37t3FxsZGzM3NpX379vLgwQMl7ujRo9K2bVspXry4GBsbi4ODgzRq1EgOHz782nXP6d/u2bNnMmDAAClSpIiYmppKzZo1JTo6Otu/scjzoVFMTU2zDM/yosePH8uwYcPEw8NDjIyMxM7OTmrUqCE//fSTxjAm2YmNjZXg4GCxsLAQAEoOLw4t8SL1sA4vDpWhnh4UFCRWVlZiYmIiJUuWlM6dO79222U3DNCL1N/VF2W3ra5cuSLBwcFiamoq9vb2MmDAAFm9erUAkP3792u8Nqf7vtTUVBk/fryUK1dOjI2NxcbGRnx8fGT06NGSkJAgIiJRUVHSpEkTcXZ2FiMjI3F2dpa2bdtmGWZl/fr14uXlJQYGBq/9Tr1q26vzBJBlHd52/5Pdds5ue6n/Xn/++acMGzZMHBwcxNTUVIKDg+X69etZXn/s2DFp3ry5FC5cWIyNjcXV1VVatWolUVFRr83pv+R0//eqY2l28B9Dy6iH6Xr5szd37lypVauWsn4lS5aUQYMGKZ8Pte+++06KFi0qenp6GsfsV+2rcvK9S09Pl2+//VacnJzE1NRU6tWrJ2fPnpXChQtLjx49lLjvv/9eqlWrJtbW1mJqaiqenp7yww8/vHbf8DLV/28kolyrVKkS7O3tcz1aMxU8ixYtQmhoKA4dOoQqVapoOx16R6ZMmYJ+/frhn3/+eeVA20Qfkvj4eNjY2OD7779XBsPOKx9sHzbKO2lpaVn64ezcuRPHjx/PcosQIiqYXrwVIPC8D9vcuXNRqlQpFmv0QXr5Mw/82/c3P46NH2wfNso7t27dQkBAADp06ABnZ2ecO3cOc+bMgZOTU44HWiSiD1vz5s1RvHhxVKpUCQkJCfjjjz9w7tw5LFmyRNupEeWL5cuXY9GiRWjYsCHMzc2xZ88e/PnnnwgMDMz23uRviwUbvZaNjQ18fHzw66+/4t69ezAzM0NwcDDGjRv3n/dUJaKCIygoCL/++iuWLFmCjIwMeHl5YdmyZRp3hSD6kFSoUAEGBgaYMGECEhMTlQsRsrtoIk/kqsdbPho7dqwAkD59+ijTnj59Kl9++aXY2tqKmZmZNG/eXGJjYzVed/36dWnYsKHS0XXgwIGSlpamEbNjxw756KOPxMjISEqWLJltZ9MZM2aIq6urGBsbS7Vq1eTAgQP5sZpEREREuaYTfdgOHTqEuXPnZhmVvV+/ftiwYQNWrlyJXbt24fbt2xq3hMnIyEBwcDBSU1Oxb98+LF68GIsWLcKIESOUmKtXryI4OBh169ZFTEwM+vbti65du2qMmbR8+XL0798fI0eOxNGjR1GxYkUEBQW99S1liIiIiPKEtivGx48fS6lSpSQyMlJq166ttLDFx8eLoaGhxqXmZ8+eFQASHR0tIiJ///236OnpabS6zZ49WywtLSUlJUVERAYPHpzl8uvWrVtLUFCQ8rxatWoalx1nZGSIs7OzjB07Ns/Xl4iIiCi3tN6HLTw8HMHBwQgICNA473vkyBGkpaVp3FLD09MTxYsXR3R0NKpXr47o6Gh4e3vD0dFRiQkKCkLPnj1x+vRpfPTRR4iOjs5yW46goCDlVlWpqak4cuSIxu1m9PT0EBAQoDGK88tSUlI0RinOzMzEw4cPUbhw4Xy5DQYRERHlPRHB48eP4ezs/FaD/uY3rRZsy5Ytw9GjR3Ho0KEs82JjY2FkZJRlVHFHR0fltiCxsbEaxZp6vnref8UkJibi6dOnePToETIyMrKNUd8XLTtjx459qxvLEhERke64efMmihUrpu00XklrBdvNmzfRp08fREZGKrcveZ8MGzYM/fv3V54nJCSgePHiuHnzJiwtLbWYGREREeVUYmIiXFxclFtZ6SqtFWxHjhzB3bt3UblyZWVaRkYGdu/ejRkzZmDLli1ITU1FfHy8RitbXFwcnJycAABOTk44ePCgxnLj4uKUeep/1dNejLG0tISpqSn09fWhr6+fbYx6GdkxNjaGsbFxlumWlpYs2IiIiN4zut6dSWsna/39/XHy5EnExMQojypVqqB9+/bK/w0NDREVFaW85vz587hx4wb8/PwAAH5+fjh58qTG1ZyRkZGwtLSEl5eXEvPiMtQx6mUYGRnBx8dHIyYzMxNRUVFKDBEREZE2aa2FzcLCAuXLl9eYZmZmhsKFCyvTw8LC0L9/f9ja2sLS0hK9e/eGn58fqlevDgAIDAyEl5cXOnbsiAkTJiA2NhbDhw9HeHi40vrVo0cPzJgxA4MHD0aXLl2wfft2rFixAps2bVLet3///ggJCUGVKlVQrVo1TJkyBcnJyQgNDX1HW4OIiIjo1bR+leh/mTx5MvT09NCiRQukpKQgKCgIs2bNUubr6+tj48aN6NmzJ/z8/GBmZoaQkBCMGTNGiXF3d8emTZvQr18/TJ06FcWKFcOvv/6KoKAgJaZ169a4d+8eRowYgdjYWFSqVAkRERFZLkQgIiIi0gaViIi2k/gQJCYmwsrKCgkJCezDRkRE9J54X47fujvgCBEREREBYMFGREREpPNYsBERERHpOBZsRERERDqOBRsRERGRjmPBRkRERKTjWLARERER6TgWbEREREQ6jgUbERERkY5jwUZERESk41iwEREREek4FmxEREREOo4FGxEREZGOY8FGREREpONYsBERERHpOBZsRERERDqOBRsRERGRjmPBRkRERKTjWLARERER6TgWbEREREQ6jgUbERERkY5jwUZERESk41iwEREREek4FmxEREREOo4FGxEREZGOY8FGREREpONYsBERERHpOBZsRERERDqOBRsRERGRjmPBRkRERKTjWLARERER6TgWbEREREQ6jgUbERERkY5jwUZERESk41iwEREREek4rRZss2fPRoUKFWBpaQlLS0v4+flh8+bNyvw6depApVJpPHr06KGxjBs3biA4OBiFChWCg4MDBg0ahPT0dI2YnTt3onLlyjA2NoaHhwcWLVqUJZeZM2fCzc0NJiYm8PX1xcGDB/NlnYmIiIhyS6sFW7FixTBu3DgcOXIEhw8fRr169dCkSROcPn1aienWrRvu3LmjPCZMmKDMy8jIQHBwMFJTU7Fv3z4sXrwYixYtwogRI5SYq1evIjg4GHXr1kVMTAz69u2Lrl27YsuWLUrM8uXL0b9/f4wcORJHjx5FxYoVERQUhLt3776bDUFERET0H1QiItpO4kW2traYOHEiwsLCUKdOHVSqVAlTpkzJNnbz5s1o1KgRbt++DUdHRwDAnDlzMGTIENy7dw9GRkYYMmQINm3ahFOnTimva9OmDeLj4xEREQEA8PX1RdWqVTFjxgwAQGZmJlxcXNC7d28MHTo0R3knJibCysoKCQkJsLS0fIstQERERO/K+3L81pk+bBkZGVi2bBmSk5Ph5+enTF+yZAns7OxQvnx5DBs2DE+ePFHmRUdHw9vbWynWACAoKAiJiYlKK110dDQCAgI03isoKAjR0dEAgNTUVBw5ckQjRk9PDwEBAUpMdlJSUpCYmKjxICIiIsoPBtpO4OTJk/Dz88OzZ89gbm6OtWvXwsvLCwDQrl07uLq6wtnZGSdOnMCQIUNw/vx5rFmzBgAQGxurUawBUJ7Hxsb+Z0xiYiKePn2KR48eISMjI9uYc+fOvTLvsWPHYvTo0W+38kREREQ5oPWCrUyZMoiJiUFCQgJWrVqFkJAQ7Nq1C15eXujevbsS5+3tjSJFisDf3x+XL19GyZIltZg1MGzYMPTv3195npiYCBcXFy1mRERERB8qrRdsRkZG8PDwAAD4+Pjg0KFDmDp1KubOnZsl1tfXFwBw6dIllCxZEk5OTlmu5oyLiwMAODk5Kf+qp70YY2lpCVNTU+jr60NfXz/bGPUysmNsbAxjY+Ncri0RERFR7ulMHza1zMxMpKSkZDsvJiYGAFCkSBEAgJ+fH06ePKlxNWdkZCQsLS2V06p+fn6IiorSWE5kZKTST87IyAg+Pj4aMZmZmYiKitLoS0dERESkLVptYRs2bBgaNGiA4sWL4/Hjx1i6dCl27tyJLVu24PLly1i6dCkaNmyIwoUL48SJE+jXrx9q1aqFChUqAAACAwPh5eWFjh07YsKECYiNjcXw4cMRHh6utH716NEDM2bMwODBg9GlSxds374dK1aswKZNm5Q8+vfvj5CQEFSpUgXVqlXDlClTkJycjNDQUK1sFyIiIiINokVdunQRV1dXMTIyEnt7e/H395etW7eKiMiNGzekVq1aYmtrK8bGxuLh4SGDBg2ShIQEjWVcu3ZNGjRoIKampmJnZycDBgyQtLQ0jZgdO3ZIpUqVxMjISEqUKCELFy7Mksv06dOlePHiYmRkJNWqVZP9+/fnal0SEhIEQJb8iIiISHe9L8dvnRuH7X31vozjQkRERP96X47fOteHjYiIiIg0sWAjIiIi0nEs2IiIiIh0HAs2IiIiIh3Hgo2IiIhIx7FgIyIiItJxLNiIiIiIdBwLNiIiIiIdx4KNiIiISMexYCMiIiLScSzYiIiIiHQcCzYiIiIiHceCjYiIiEjHsWAjIiIi0nEs2IiIiIh0HAs2IiIiIh3Hgo2IiIhIx7FgIyIiItJxLNiIiIiIdBwLNiIiIiIdx4KNiIiISMexYCMiIiLScSzYiIiIiHQcCzYiIiIiHceCjYiIiEjHsWAjIiIi0nEs2IiIiIh0HAs2IiIiIh3Hgo2IiIhIx7FgIyIiItJxLNiIiIiIdBwLNiIiIiIdx4KNiIiISMexYCMiIiLScSzYiIiIiHScVgu22bNno0KFCrC0tISlpSX8/PywefNmZf6zZ88QHh6OwoULw9zcHC1atEBcXJzGMm7cuIHg4GAUKlQIDg4OGDRoENLT0zVidu7cicqVK8PY2BgeHh5YtGhRllxmzpwJNzc3mJiYwNfXFwcPHsyXdSYiIiLKLa0WbMWKFcO4ceNw5MgRHD58GPXq1UOTJk1w+vRpAEC/fv2wYcMGrFy5Ert27cLt27fRvHlz5fUZGRkIDg5Gamoq9u3bh8WLF2PRokUYMWKEEnP16lUEBwejbt26iImJQd++fdG1a1ds2bJFiVm+fDn69++PkSNH4ujRo6hYsSKCgoJw9+7dd7cxiIiIiF5FdIyNjY38+uuvEh8fL4aGhrJy5Upl3tmzZwWAREdHi4jI33//LXp6ehIbG6vEzJ49WywtLSUlJUVERAYPHizlypXTeI/WrVtLUFCQ8rxatWoSHh6uPM/IyBBnZ2cZO3ZsjvNOSEgQAJKQkJC7FSYiIiKteV+O3zrThy0jIwPLli1DcnIy/Pz8cOTIEaSlpSEgIECJ8fT0RPHixREdHQ0AiI6Ohre3NxwdHZWYoKAgJCYmKq100dHRGstQx6iXkZqaiiNHjmjE6OnpISAgQInJTkpKChITEzUeRERERPlB6wXbyZMnYW5uDmNjY/To0QNr166Fl5cXYmNjYWRkBGtra414R0dHxMbGAgBiY2M1ijX1fPW8/4pJTEzE06dPcf/+fWRkZGQbo15GdsaOHQsrKyvl4eLi8kbrT0RERPQ6Wi/YypQpg5iYGBw4cAA9e/ZESEgIzpw5o+20XmvYsGFISEhQHjdv3tR2SkRERPSBMtB2AkZGRvDw8AAA+Pj44NChQ5g6dSpat26N1NRUxMfHa7SyxcXFwcnJCQDg5OSU5WpO9VWkL8a8fGVpXFwcLC0tYWpqCn19fejr62cbo15GdoyNjWFsbPxmK01ERESUC1pvYXtZZmYmUlJS4OPjA0NDQ0RFRSnzzp8/jxs3bsDPzw8A4Ofnh5MnT2pczRkZGQlLS0t4eXkpMS8uQx2jXoaRkRF8fHw0YjIzMxEVFaXEEBEREWmTVlvYhg0bhgYNGqB48eJ4/Pgxli5dip07d2LLli2wsrJCWFgY+vfvD1tbW1haWqJ3797w8/ND9erVAQCBgYHw8vJCx44dMWHCBMTGxmL48OEIDw9XWr969OiBGTNmYPDgwejSpQu2b9+OFStWYNOmTUoe/fv3R0hICKpUqYJq1aphypQpSE5ORmhoqFa2CxEREdGLtFqw3b17F506dcKdO3dgZWWFChUqYMuWLfj0008BAJMnT4aenh5atGiBlJQUBAUFYdasWcrr9fX1sXHjRvTs2RN+fn4wMzNDSEgIxowZo8S4u7tj06ZN6NevH6ZOnYpixYrh119/RVBQkBLTunVr3Lt3DyNGjEBsbCwqVaqEiIiILBciEBEREWmDSkRE20l8CBITE2FlZYWEhARYWlpqOx0iIiLKgffl+K1zfdiIiIiISBMLNiIiIiIdx4KNiIiISMexYCMiIiLScSzYiIiIiHQcCzYiIiIiHceCjYiIiEjHsWAjIiIi0nEs2IiIiIh0HAs2IiIiIh3Hgo2IiIhIx7FgIyIiItJxLNiIiIiIdBwLNiIiIiIdx4KNiIiISMexYCMiIiLScSzYiIiIiHQcCzYiIiIiHceCjYiIiEjHsWAjIiIi0nEs2IiIiIh0HAs2IiIiIh331gVbRkYGYmJi8OjRo7zIh4iIiIhekuuCrW/fvpg/fz6A58Va7dq1UblyZbi4uGDnzp15nR8RERFRgZfrgm3VqlWoWLEiAGDDhg24evUqzp07h379+uGbb77J8wSJiIiICrpcF2z379+Hk5MTAODvv//G559/jtKlS6NLly44efJknidIREREVNDlumBzdHTEmTNnkJGRgYiICHz66acAgCdPnkBfXz/PEyQiIiIq6Axy+4LQ0FC0atUKRYoUgUqlQkBAAADgwIED8PT0zPMEiYiIiAq6XBdso0aNQvny5XHz5k18/vnnMDY2BgDo6+tj6NCheZ4gERERUUGnEhHRdhIfgsTERFhZWSEhIQGWlpbaToeIiIhy4H05fue6hW3atGnZTlepVDAxMYGHhwdq1arF/mxEREREeSTXBdvkyZNx7949PHnyBDY2NgCAR48eoVChQjA3N8fdu3dRokQJ7NixAy4uLnmeMBEREVFBk+urRH/88UdUrVoVFy9exIMHD/DgwQNcuHABvr6+mDp1Km7cuAEnJyf069cvP/IlIiIiKnBy3YetZMmSWL16NSpVqqQx/dixY2jRogWuXLmCffv2oUWLFrhz505e5qrT3pdz4ERERPSv9+X4nesWtjt37iA9PT3L9PT0dMTGxgIAnJ2d8fjx47fPjoiIiIhyX7DVrVsXX3zxBY4dO6ZMO3bsGHr27Il69eoBAE6ePAl3d/fXLmvs2LGoWrUqLCws4ODggKZNm+L8+fMaMXXq1IFKpdJ49OjRQyPmxo0bCA4ORqFCheDg4IBBgwZlKSp37tyJypUrw9jYGB4eHli0aFGWfGbOnAk3NzeYmJjA19cXBw8ezOlmISIiIso3uS7Y5s+fD1tbW/j4+MDY2BjGxsaoUqUKbG1tlZvCm5ub4+eff37tsnbt2oXw8HDs378fkZGRSEtLQ2BgIJKTkzXiunXrhjt37iiPCRMmKPMyMjIQHByM1NRU7Nu3D4sXL8aiRYswYsQIJebq1asIDg5G3bp1ERMTg759+6Jr167YsmWLErN8+XL0798fI0eOxNGjR1GxYkUEBQXh7t27ud1ERERERHnqjcdhO3fuHC5cuAAAKFOmDMqUKfPWydy7dw8ODg7YtWsXatWqBeB5C1ulSpUwZcqUbF+zefNmNGrUCLdv34ajoyMAYM6cORgyZAju3bsHIyMjDBkyBJs2bcKpU6eU17Vp0wbx8fGIiIgAAPj6+qJq1aqYMWMGACAzMxMuLi7o3bt3jgYEfl/OgRMREdG/3pfjd65b2NQ8PT3RuHFjNG7cOE+KNQBISEgAANja2mpMX7JkCezs7FC+fHkMGzYMT548UeZFR0fD29tbKdYAICgoCImJiTh9+rQSo76F1osx0dHRAIDU1FQcOXJEI0ZPTw8BAQFKzMtSUlKQmJio8SAiIiLKD7kehy0jIwOLFi1CVFQU7t69i8zMTI3527dvf6NEMjMz0bdvX9SsWRPly5dXprdr1w6urq5wdnbGiRMnMGTIEJw/fx5r1qwBAMTGxmoUawCU5+qLIF4Vk5iYiKdPn+LRo0fIyMjINubcuXPZ5jt27FiMHj36jdaViIiIKDdyXbD16dMHixYtQnBwMMqXLw+VSpUniYSHh+PUqVPYs2ePxvTu3bsr//f29kaRIkXg7++Py5cvo2TJknny3m9i2LBh6N+/v/I8MTGRAwUTERFRvsh1wbZs2TKsWLECDRs2zLMkevXqhY0bN2L37t0oVqzYf8b6+voCAC5duoSSJUvCyckpy9WccXFxAAAnJyflX/W0F2MsLS1hamoKfX196OvrZxujXsbL1BdcEBEREeW3XPdhMzIygoeHR568uYigV69eWLt2LbZv356joUBiYmIAAEWKFAEA+Pn54eTJkxpXc0ZGRsLS0hJeXl5KTFRUlMZyIiMj4efnB+D5Ovn4+GjEZGZmIioqSokhIiIi0pZcF2wDBgzA1KlT8YYXl2oIDw/HH3/8gaVLl8LCwgKxsbGIjY3F06dPAQCXL1/Gd999hyNHjuDatWv466+/0KlTJ9SqVQsVKlQAAAQGBsLLywsdO3bE8ePHsWXLFgwfPhzh4eFKC1iPHj1w5coVDB48GOfOncOsWbOwYsUKjdtn9e/fH7/88gsWL16Ms2fPomfPnkhOTkZoaOhbrycRERHR28j1sB7NmjXDjh07YGtri3LlysHQ0FBjvvpigBy9+Sv6vy1cuBCdO3fGzZs30aFDB5w6dQrJyclwcXFBs2bNMHz4cI1Lb69fv46ePXti586dMDMzQ0hICMaNGwcDg3/P+O7cuRP9+vXDmTNnUKxYMXz77bfo3LmzxvvOmDEDEydORGxsLCpVqoRp06Ypp2Bf5325LJiIiIj+9b4cv3NdsL2uxWnhwoVvldD76n35gxMREdG/3pfjd64vOiioBRkRERGRtrzxwLlERERE9G7kqIWtcuXKiIqKgo2NDT766KP/HHvt6NGjeZYcEREREeWwYGvSpIlyxWWTJk3ybLBcIiIiInq9N775O2l6XzotEhER0b/el+N3rvuwlShRAg8ePMgyPT4+HiVKlMiTpIiIiIjoX7ku2K5du4aMjIws01NSUvDPP//kSVJERERE9K8cD+vx119/Kf/fsmULrKyslOcZGRmIiorK0a2liIiIiCh3clywNW3aFMDzuxOEhIRozDM0NISbmxt+/vnnPE2OiIiIiHJRsGVmZgIA3N3dcejQIdjZ2eVbUkRERET0r1zf6eDq1atZpsXHx8Pa2jov8iEiIiKil+T6ooPx48dj+fLlyvPPP/8ctra2KFq0KI4fP56nyRERERHRGxRsc+bMgYuLCwAgMjIS27ZtQ0REBBo0aIBBgwbleYJEREREBV2uT4nGxsYqBdvGjRvRqlUrBAYGws3NDb6+vnmeIBEREVFBl+sWNhsbG9y8eRMAEBERgYCAAACAiGQ7PhsRERERvZ1ct7A1b94c7dq1Q6lSpfDgwQM0aNAAAHDs2DF4eHjkeYJEREREBV2uC7bJkyfDzc0NN2/exIQJE2Bubg4AuHPnDr788ss8T5CIiIiooOPN3/PI+3LzWCIiIvrX+3L8zlEL219//YUGDRrA0NBQ4xZV2WncuHGeJEZEREREz+WohU1PTw+xsbFwcHCAnt6rr1NQqVQF9sKD96VCJyIion+9L8fvHLWwqW9L9fL/iYiIiCj/5XpYj1f5559/0L1797xaHBERERH9vzwr2B48eID58+fn1eKIiIiI6P/lWcFGRERERPmDBRsRERGRjmPBRkRERKTjcnyng+bNm//n/Pj4+LfNhYiIiIiykeOCzcrK6rXzO3Xq9NYJEREREZGmHBdsCxcuzM88iIiIiOgV2IeNiIiISMexYCMiIiLScSzYiIiIiHQcCzYiIiIiHZejgq1y5cp49OgRAGDMmDF48uRJviZFRERERP/KUcF29uxZJCcnAwBGjx6NpKSkfE2KiIiIiP6Vo2E9KlWqhNDQUHz88ccQEfz0008wNzfPNnbEiBF5miARERFRQZejFrZFixahcOHC2LhxI1QqFTZv3oy1a9dmeaxbty5Xbz527FhUrVoVFhYWcHBwQNOmTXH+/HmNmGfPniE8PByFCxeGubk5WrRogbi4OI2YGzduIDg4GIUKFYKDgwMGDRqE9PR0jZidO3eicuXKMDY2hoeHBxYtWpQln5kzZ8LNzQ0mJibw9fXFwYMHc7U+RERERPlCckmlUklcXFxuX5atoKAgWbhwoZw6dUpiYmKkYcOGUrx4cUlKSlJievToIS4uLhIVFSWHDx+W6tWrS40aNZT56enpUr58eQkICJBjx47J33//LXZ2djJs2DAl5sqVK1KoUCHp37+/nDlzRqZPny76+voSERGhxCxbtkyMjIxkwYIFcvr0aenWrZtYW1vneF0TEhIEgCQkJOTBliEiIqJ34X05fqtERLRdNKrdu3cPDg4O2LVrF2rVqoWEhATY29tj6dKlaNmyJQDg3LlzKFu2LKKjo1G9enVs3rwZjRo1wu3bt+Ho6AgAmDNnDoYMGYJ79+7ByMgIQ4YMwaZNm3Dq1Cnlvdq0aYP4+HhEREQAAHx9fVG1alXMmDEDAJCZmQkXFxf07t0bQ4cOzZJrSkoKUlJSlOeJiYlwcXFBQkICLC0t820bERERUd5JTEyElZWVzh+/32hYj8uXL6N3794ICAhAQEAAvvrqK1y+fPmtk0lISAAA2NraAgCOHDmCtLQ0BAQEKDGenp4oXrw4oqOjAQDR0dHw9vZWijUACAoKQmJiIk6fPq3EvLgMdYx6GampqThy5IhGjJ6eHgICApSYl40dOxZWVlbKw8XF5W1Xn4iIiChbuS7YtmzZAi8vLxw8eBAVKlRAhQoVcODAAZQrVw6RkZFvnEhmZib69u2LmjVronz58gCA2NhYGBkZwdraWiPW0dERsbGxSsyLxZp6vnref8UkJibi6dOnuH//PjIyMrKNUS/jZcOGDUNCQoLyuHnz5putOBEREdFr5Pjm72pDhw5Fv379MG7cuCzThwwZgk8//fSNEgkPD8epU6ewZ8+eN3r9u2ZsbAxjY2Ntp0FEREQFQK5b2M6ePYuwsLAs07t06YIzZ868URK9evXCxo0bsWPHDhQrVkyZ7uTkhNTUVMTHx2vEx8XFwcnJSYl5+apR9fPXxVhaWsLU1BR2dnbQ19fPNka9DCIiIiJtyXXBZm9vj5iYmCzTY2Ji4ODgkKtliQh69eqFtWvXYvv27XB3d9eY7+PjA0NDQ0RFRSnTzp8/jxs3bsDPzw8A4Ofnh5MnT+Lu3btKTGRkJCwtLeHl5aXEvLgMdYx6GUZGRvDx8dGIyczMRFRUlBJDREREpC25PiXarVs3dO/eHVeuXEGNGjUAAHv37sX48ePRv3//XC0rPDwcS5cuxfr162FhYaH0F7OysoKpqSmsrKwQFhaG/v37w9bWFpaWlujduzf8/PxQvXp1AEBgYCC8vLzQsWNHTJgwAbGxsRg+fDjCw8OVU5Y9evTAjBkzMHjwYHTp0gXbt2/HihUrsGnTJiWX/v37IyQkBFWqVEG1atUwZcoUJCcnIzQ0NLebiIiIiChv5XYckMzMTJk0aZIULVpUVCqVqFQqKVq0qEyZMkUyMzNztSwA2T4WLlyoxDx9+lS+/PJLsbGxkUKFCkmzZs3kzp07Gsu5du2aNGjQQExNTcXOzk4GDBggaWlpGjE7duyQSpUqiZGRkZQoUULjPdSmT58uxYsXFyMjI6lWrZrs378/x+vyvozjQkRERP96X47fbzUO2+PHjwEAFhYWb104vu/el3FciIiI6F/vy/E716dEX8RCjYiIiCj/vdHAuURERET07rBgIyIiItJxLNiIiIiIdFyuCra0tDT4+/vj4sWL+ZUPEREREb0kVwWboaEhTpw4kV+5EBEREVE2cn1KtEOHDpg/f35+5EJERERE2cj1sB7p6elYsGABtm3bBh8fH5iZmWnMnzRpUp4lR0RERERvULCdOnUKlStXBgBcuHBBY55KpcqbrIiIiIhIkeuCbceOHfmRBxERERG9whsP63Hp0iVs2bIFT58+BQC8xR2uiIiIiOg/5Lpge/DgAfz9/VG6dGk0bNgQd+7cAQCEhYVhwIABeZ4gERERUUGX64KtX79+MDQ0xI0bN1CoUCFleuvWrREREZGnyRERERHRGxRsW7duxfjx41GsWDGN6aVKlcL169fzLDF6M7t378Znn30GZ2dnqFQqrFu3TmN+586doVKpNB7169fXiLlw4QKaNGkCOzs7WFpa4uOPP8627+KiRYtQoUIFmJiYwMHBAeHh4Rrzt2zZgurVq8PCwgL29vZo0aIFrl27lterTERE9MHLdcGWnJys0bKm9vDhQxgbG+dJUvTmkpOTUbFiRcycOfOVMfXr18edO3eUx59//qkxv1GjRkhPT8f27dtx5MgRVKxYEY0aNUJsbKwSM2nSJHzzzTcYOnQoTp8+jW3btiEoKEiZf/XqVTRp0gT16tVDTEwMtmzZgvv376N58+Z5v9J5IC8KXQDYtGkTfH19YWpqChsbGzRt2lRj/qFDh+Dv7w9ra2vY2NggKCgIx48fzzanS5cuwcLCAtbW1nm0lkRE9N6SXGrQoIEMHz5cRETMzc3lypUrkpGRIZ9//rm0aNEit4v7YCQkJAgASUhI0HYqCgCydu1ajWkhISHSpEmTV77m3r17AkB2796tTEtMTBQAEhkZKSIiDx8+FFNTU9m2bdsrl7Ny5UoxMDCQjIwMZdpff/0lKpVKUlNT32yF8tHff/8t33zzjaxZs+aV261+/fpy584d5fHw4UONmFWrVomNjY3Mnj1bzp8/L6dPn5bly5cr8x8/fiy2trbSuXNnOXfunJw6dUpatGghjo6OWbZJamqqVKlSRRo0aCBWVlb5tdpERAWeLh6/s5PrYT0mTJgAf39/HD58GKmpqRg8eDBOnz6Nhw8fYu/evXlbTVK+2LlzJxwcHGBjY4N69erh+++/R+HChQEAhQsXRpkyZfDbb7+hcuXKMDY2xty5c+Hg4AAfHx8AQGRkJDIzM3Hr1i2ULVsWjx8/Ro0aNfDzzz/DxcUFAODj4wM9PT0sXLgQnTt3RlJSEn7//XcEBATA0NBQa+v+Kg0aNECDBg3+M8bY2BhOTk7ZzktPT0efPn0wceJEhIWFKdO9vLyU/587dw4PHz7EmDFjlO00cuRIVKhQAdevX4eHh4cSO3z4cHh6esLf3x/79u17m1UjIqIPQK5PiZYvXx4XLlzAxx9/jCZNmiA5ORnNmzfHsWPHULJkyfzIkfJQ/fr18dtvvyEqKgrjx4/Hrl270KBBA2RkZAB4Pvjxtm3bcOzYMVhYWMDExASTJk1CREQEbGxsAABXrlxBZmYmfvzxR0yZMgWrVq3Cw4cP8emnnyI1NRUA4O7ujq1bt+Lrr7+GsbExrK2t8c8//2DFihVaW/e3pS50y5Qpg549e+LBgwfKvKNHj+LWrVvQ09PDRx99hCJFiqBBgwY4deqUElOmTBkULlwY8+fPR2pqKp4+fYr58+ejbNmycHNzU+K2b9+OlStX/udpbSIiKmC03cT3odDFJlVkc2rvZZcvXxYAyunNzMxMady4sTRo0ED27NkjR44ckZ49e0rRokXl9u3bIiLyww8/CADZsmWLspy7d++Knp6eREREiIjInTt3pFSpUjJo0CA5evSo7Nq1S2rXri3+/v6SmZmZPyucR7Lbbn/++aesX79eTpw4IWvXrpWyZctK1apVJT09XZkPQIoXLy6rVq2Sw4cPS9u2baVw4cLy4MEDZTknT56UkiVLip6enujp6UmZMmXk2rVryvz79++Li4uL7Nq1S0REFi5cyFOiRET5SBeP39nJ9SlRAHj06BHmz5+Ps2fPAnh+2ic0NBS2trZ5U0XSO1OiRAnY2dnh0qVL8Pf3x/bt27Fx40Y8evQIlpaWAIBZs2YhMjISixcvxtChQ1GkSBEAmqf77O3tYWdnhxs3bgAAZs6cCSsrK0yYMEGJ+eOPP+Di4oIDBw6gevXq73At316bNm2U/3t7e6NChQooWbIkdu7cCX9/f2RmZgIAvvnmG7Ro0QIAsHDhQhQrVgwrV67EF198gadPnyIsLAw1a9bEn3/+iYyMDPz0008IDg7GoUOHYGpqim7duqFdu3aoVauWVtaTiIh0U65Pie7evRtubm6YNm0aHj16hEePHmHatGlwd3fH7t278yNHykf//PMPHjx4oBRhT548AQDo6Wl+NPT09JSipGbNmgCA8+fPK/MfPnyI+/fvw9XVVVnOy8vQ19cHAGU577MXC10A2RaxxsbGKFGihFLELl26FNeuXcPChQtRtWpVVK9eHUuXLsXVq1exfv16AM9Ph/70008wMDCAgYEBwsLCkJCQAAMDAyxYsOAdryUREemKXBds4eHhaN26Na5evYo1a9ZgzZo1uHLlCtq0aZNlHC5695KSkhATE4OYmBgAz4fXiImJwY0bN5CUlIRBgwZh//79uHbtGqKiotCkSRN4eHgoQ3L4+fnBxsYGISEhOH78OC5cuIBBgwbh6tWrCA4OBgCULl0aTZo0QZ8+fbBv3z6cOnUKISEh8PT0RN26dQFAaTUaM2YMLl68iKNHjyI0NBSurq746KOPtLJt8tLLha6Pjw+MjY01iti0tDRcu3YtSxGrUqmUGPVzdREbHR2t/P1iYmIwZswYWFhYICYmBs2aNXuHa0hERDolt+dQTUxM5Ny5c1mmnzt3TkxMTPLkPO37SFfOge/YsUMAZHmEhITIkydPJDAwUOzt7cXQ0FBcXV2lW7duEhsbq7GMQ4cOSWBgoNja2oqFhYVUr15d/v77b42YhIQE6dKli1hbW4utra00a9ZMbty4oRHz559/ykcffSRmZmZib28vjRs3lrNnz+b7NngTjx8/lmPHjsmxY8cEgEyaNEmOHTsm169fl8ePH8vAgQMlOjparl69Ktu2bZPKlStLqVKl5NmzZ8oy+vTpI0WLFpUtW7bIuXPnJCwsTBwcHJThP86ePSvGxsbSs2dPOXPmjJw6dUo6dOggVlZWSv/Al7EPGxFR/tKV4/fr5Lpgq1GjRrYd2deuXSu+vr55kdN76X35g1P28qLQTU1NlQEDBoiDg4NYWFhIQECAnDp1SiNm69atUrNmTbGyshIbGxupV6+eREdHvzIvFmxERPnrfTl+q0REXtcKd+LECeX/Z8+exeDBg9G7d2+l4/j+/fsxc+ZMjBs3Dq1bt87D9r/3R2JiIqysrJCQkKB01iciIiLd9r4cv3NUsKn72bwuVKVSKeN5FTTvyx+ciIiI/vW+HL9zNKzH1atX8zsPIiIiInqFHBVs6qvciIiIiOjde6OBc2/fvo09e/bg7t27WcbU+uqrr/IkMSIiIiJ6LtcF26JFi/DFF1/AyMgIhQsX1hhTSqVSsWAjIiIiymM5uujgRS4uLujRoweGDRuWZST7gux96bRIRERE/3pfjt+5bmF78uQJ2rRpw2LtHXMbuknbKWjFtXHB2k6BiIhI63JdsIWFhWHlypUYOnRofuRDlGcKapELsNAlIvrQ5LpgGzt2LBo1aoSIiAh4e3vD0NBQY/6kSZPyLDkiIiIiesOCbcuWLShTpgwAZLnogIiIiIjyVq47ov38889YsGABzp49i507d2LHjh3KY/v27bla1u7du/HZZ5/B2dkZKpUK69at05jfuXNnqFQqjUf9+vU1Yh4+fIj27dvD0tIS1tbWCAsLQ1JSkkbMiRMn8Mknn8DExAQuLi6YMGFCllxWrlwJT09PmJiYwNvbG3///Xeu1oWIiIgov+S6YDM2NkbNmjXz5M2Tk5NRsWJFzJw585Ux9evXx507d5THn3/+qTG/ffv2OH36NCIjI7Fx40bs3r0b3bt3V+YnJiYiMDAQrq6uOHLkCCZOnIhRo0Zh3rx5Ssy+ffvQtm1bhIWF4dixY2jatCmaNm2KU6dO5cl6EhEREb2NXJ8S7dOnD6ZPn45p06a99Zs3aNAADRo0+M8YY2NjODk5ZTvv7NmziIiIwKFDh1ClShUAwPTp09GwYUP89NNPcHZ2xpIlS5CamooFCxbAyMgI5cqVQ0xMDCZNmqQUdlOnTkX9+vUxaNAgAMB3332HyMhIzJgxA3PmzHnr9SQiIiJ6G7luYTt48CAWL16MEiVK4LPPPkPz5s01Hnlt586dcHBwQJkyZdCzZ088ePBAmRcdHQ1ra2ulWAOAgIAA6Onp4cCBA0pMrVq1YGRkpMQEBQXh/PnzePTokRITEBCg8b5BQUGIjo5+ZV4pKSlITEzUeBARERHlh1y3sFlbW+dLYZad+vXro3nz5nB3d8fly5fx9ddfo0GDBoiOjoa+vj5iY2Ph4OCg8RoDAwPY2toiNjYWABAbGwt3d3eNGEdHR2WejY0NYmNjlWkvxqiXkZ2xY8di9OjRebGaRERERP8p1wXbwoUL8yOPbLVp00b5v7e3NypUqICSJUti586d8Pf3f2d5ZGfYsGHo37+/8jwxMREuLi5azIiIiIg+VO/V7QpKlCgBOzs7XLp0CQDg5OSEu3fvasSkp6fj4cOHSr83JycnxMXFacSon78u5lV954DnfessLS01HkRERET5IdcFm7u7O0qUKPHKR376559/8ODBAxQpUgQA4Ofnh/j4eBw5ckSJ2b59OzIzM+Hr66vE7N69G2lpaUpMZGQkypQpAxsbGyUmKipK470iIyPh5+eXr+tDRERElBO5PiXat29fjedpaWk4duwYIiIilKsscyopKUlpLQOAq1evIiYmBra2trC1tcXo0aPRokULODk54fLlyxg8eDA8PDwQFBQEAChbtizq16+Pbt26Yc6cOUhLS0OvXr3Qpk0bODs7AwDatWuH0aNHIywsDEOGDMGpU6cwdepUTJ48WXnfPn36oHbt2vj5558RHByMZcuW4fDhwxpDfxARERFpyxsN65GdmTNn4vDhw7la1uHDh1G3bl3lubpPWEhICGbPno0TJ05g8eLFiI+Ph7OzMwIDA/Hdd9/B2NhYec2SJUvQq1cv+Pv7Q09PDy1atNAYcsTKygpbt25FeHg4fHx8YGdnhxEjRmiM1VajRg0sXboUw4cPx9dff41SpUph3bp1KF++fK7Wh4iIiCg/qERE8mJBV65cQaVKlQrs8BaJiYmwsrJCQkJCvvRnK6g3Mn+bm5gX1G0G8ObvREQ5ld/H77ySZxcdrFq1Cra2tnm1OCIiIiL6f7k+JfrRRx9p3ORdRBAbG4t79+5h1qxZeZocEREREb1Bwda0aVON53p6erC3t0edOnXg6emZV3kRERER0f/LdcE2cuTI/MiDiIiIiF7hvRo4l4iIiKggynELm56enkbfteyoVCqkp6e/dVJERERE9K8cF2xr16595bzo6GhMmzYNmZmZeZIUEREREf0rxwVbkyZNskw7f/48hg4dig0bNqB9+/YYM2ZMniZHRERERG/Yh+327dvo1q0bvL29kZ6ejpiYGCxevBiurq55nR8RERFRgZergi0hIQFDhgyBh4cHTp8+jaioKGzYsIG3cCIiIiLKRzk+JTphwgSMHz8eTk5O+PPPP7M9RUpEREREeS/HBdvQoUNhamoKDw8PLF68GIsXL842bs2aNXmWHBERERHlomDr1KnTa4f1ICIiIqK8l+OCbdGiRfmYBhERERG9Cu90QERERKTjWLARERER6TgWbEREREQ6jgUbERERkY5jwUZERESk41iwEREREek4FmxEREREOo4FGxEREZGOY8FGREREpONYsBERERHpOBZsRERERDqOBRsRERGRjmPBRkRERKTjWLARERER6TgWbEREREQ6jgUbERERkY5jwUZERESk41iwEREREek4FmxEREREOo4FGxEREZGOY8FGREREpOO0WrDt3r0bn332GZydnaFSqbBu3TqN+SKCESNGoEiRIjA1NUVAQAAuXryoEfPw4UO0b98elpaWsLa2RlhYGJKSkjRiTpw4gU8++QQmJiZwcXHBhAkTsuSycuVKeHp6wsTEBN7e3vj777/zfH2JiIiI3oRWC7bk5GRUrFgRM2fOzHb+hAkTMG3aNMyZMwcHDhyAmZkZgoKC8OzZMyWmffv2OH36NCIjI7Fx40bs3r0b3bt3V+YnJiYiMDAQrq6uOHLkCCZOnIhRo0Zh3rx5Ssy+ffvQtm1bhIWF4dixY2jatCmaNm2KU6dO5d/KExEREeWQSkRE20kAgEqlwtq1a9G0aVMAz1vXnJ2dMWDAAAwcOBAAkJCQAEdHRyxatAht2rTB2bNn4eXlhUOHDqFKlSoAgIiICDRs2BD//PMPnJ2dMXv2bHzzzTeIjY2FkZERAGDo0KFYt24dzp07BwBo3bo1kpOTsXHjRiWf6tWro1KlSpgzZ06O8k9MTISVlRUSEhJgaWmZV5tF4TZ0U54v831wbVzwG7+2oG4z4O22GxFRQZLfx++8orN92K5evYrY2FgEBAQo06ysrODr64vo6GgAQHR0NKytrZViDQACAgKgp6eHAwcOKDG1atVSijUACAoKwvnz5/Ho0SMl5sX3Uceo3yc7KSkpSExM1HgQERER5QedLdhiY2MBAI6OjhrTHR0dlXmxsbFwcHDQmG9gYABbW1uNmOyW8eJ7vCpGPT87Y8eOhZWVlfJwcXHJ7SoSERER5YjOFmy6btiwYUhISFAeN2/e1HZKRERE9IHS2YLNyckJABAXF6cxPS4uTpnn5OSEu3fvasxPT0/Hw4cPNWKyW8aL7/GqGPX87BgbG8PS0lLjQURERJQfdLZgc3d3h5OTE6KiopRpiYmJOHDgAPz8/AAAfn5+iI+Px5EjR5SY7du3IzMzE76+vkrM7t27kZaWpsRERkaiTJkysLGxUWJefB91jPp9iIiIiLRJqwVbUlISYmJiEBMTA+D5hQYxMTG4ceMGVCoV+vbti++//x5//fUXTp48iU6dOsHZ2Vm5krRs2bKoX78+unXrhoMHD2Lv3r3o1asX2rRpA2dnZwBAu3btYGRkhLCwMJw+fRrLly/H1KlT0b9/fyWPPn36ICIiAj///DPOnTuHUaNG4fDhw+jVq9e73iREREREWRho880PHz6MunXrKs/VRVRISAgWLVqEwYMHIzk5Gd27d0d8fDw+/vhjREREwMTERHnNkiVL0KtXL/j7+0NPTw8tWrTAtGnTlPlWVlbYunUrwsPD4ePjAzs7O4wYMUJjrLYaNWpg6dKlGD58OL7++muUKlUK69atQ/ny5d/BViAiIiL6bzozDtv7juOw5Q+Ow/ZmOA4bEVHOcBw2IiIiIsoTLNiIiIiIdBwLNiIiIiIdx4KNiIiISMexYCMiIiLScSzYiIiIiHQcCzYiIiIiHceCjYiIiEjHsWAjIiIi0nEs2IiIiIh0HAs2IiIiIh3Hgo2IiIhIx7FgIyIiItJxLNiIiIiIdBwLNiIiIiIdx4KNiIiISMexYCMiIiLScSzYiIiIiHQcCzYiIiIiHceCjYiIiEjHsWAjIiIi0nEs2IiIiIh0HAs2IiIiIh3Hgo2IiIhIx7FgIyIiItJxLNiIiIiIdBwLNiIiIiIdx4KNiPLFuHHjoFKp0LdvX2XaF198gZIlS8LU1BT29vZo0qQJzp07p/G6Q4cOwd/fH9bW1rCxsUFQUBCOHz+uEXPixAl88sknMDExgYuLCyZMmPAuVomISGtYsBFRnjt06BDmzp2LChUqaEz38fHBwoULcfbsWWzZsgUigsDAQGRkZAAAkpKSUL9+fRQvXhwHDhzAnj17YGFhgaCgIKSlpQEAEhMTERgYCFdXVxw5cgQTJ07EqFGjMG/evHe+nkRE7woLNiLKU0lJSWjfvj1++eUX2NjYaMzr3r07atWqBTc3N1SuXBnff/89bt68iWvXrgEAzp07h4cPH2LMmDEoU6YMypUrh5EjRyIuLg7Xr18HACxZsgSpqalYsGABypUrhzZt2uCrr77CpEmT3vWqEhG9MyzYiChPhYeHIzg4GAEBAf8Zl5ycjIULF8Ld3R0uLi4AgDJlyqBw4cKYP38+UlNT8fTpU8yfPx9ly5aFm5sbACA6Ohq1atWCkZGRsqygoCCcP38ejx49yrf1IiLSJhZsRJRnli1bhqNHj2Ls2LGvjJk1axbMzc1hbm6OzZs3IzIyUim+LCwssHPnTvzxxx8wNTWFubk5IiIisHnzZhgYGAAAYmNj4ejoqLFM9fPY2Nh8WjMiIu1iwUZEeeLmzZvo06cPlixZAhMTk1fGtW/fHseOHcOuXbtQunRptGrVCs+ePQMAPH36FGFhYahZsyb279+PvXv3onz58ggODsbTp0/f1aoQEekcA20nQEQfhiNHjuDu3buoXLmyMi0jIwO7d+/GjBkzkJKSAn19fVhZWcHKygqlSpVC9erVYWNjg7Vr16Jt27ZYunQprl27hujoaOjpPf89uXTpUtjY2GD9+vVo06YNnJycEBcXp/He6udOTk7vboWJiN4hFmxElCf8/f1x8uRJjWmhoaHw9PTEkCFDoK+vn+U1IgIRQUpKCgDgyZMn0NPTg0qlUmLUzzMzMwEAfn5++Oabb5CWlgZDQ0MAQGRkJMqUKZPlIgciog+FTp8SHTVqFFQqlcbD09NTmf/s2TOEh4ejcOHCMDc3R4sWLbL88r5x4waCg4NRqFAhODg4YNCgQUhPT9eI2blzJypXrgxjY2N4eHhg0aJF72L1iD4oFhYWKF++vMbDzMwMhQsXRvny5XHlyhWMHTsWR44cwY0bN7Bv3z58/vnnMDU1RcOGDQEAn376KR49eoTw8HCcPXsWp0+fRmhoKAwMDFC3bl0AQLt27WBkZISwsDCcPn0ay5cvx9SpU9G/f39trj4RUb7S6YINAMqVK4c7d+4ojz179ijz+vXrhw0bNmDlypXYtWsXbt++jebNmyvzMzIyEBwcjNTUVOzbtw+LFy/GokWLMGLECCXm6tWrCA4ORt26dRETE4O+ffuia9eu2LJlyztdT6IPnYmJCf73v/+hYcOG8PDwQOvWrWFhYYF9+/bBwcEBAODp6YkNGzbgxIkT8PPzwyeffILbt28jIiICRYoUAQBYWVlh69atuHr1Knx8fDBgwACMGDEC3bt31+bqERHlK5WIiLaTeJVRo0Zh3bp1iImJyTIvISEB9vb2WLp0KVq2bAng+RhOZcuWRXR0NKpXr47NmzejUaNGuH37tnIV2Zw5czBkyBDcu3cPRkZGGDJkCDZt2oRTp04py27Tpg3i4+MRERGR41wTExNhZWWFhIQEWFpavt2KZ8Nt6KY8X+b74Nq44Dd+bUHdZsDbbTciooIkv4/feUXnW9guXrwIZ2dnlChRAu3bt8eNGzcAPO/gnJaWpjHWk6enJ4oXL47o6GgAz8dr8vb21hgCICgoCImJiTh9+rQS8/J4UUFBQcoyXiUlJQWJiYkaDyIiIqL8oNMFm6+vLxYtWoSIiAjMnj0bV69exSeffILHjx8jNjYWRkZGsLa21niNo6OjMhZTTsZrelVMYmLifw4jMHbsWOVqNysrK2XgTyIiIqK8ptNXiTZo0ED5f4UKFeDr6wtXV1esWLECpqamWswMGDZsmEYn58TERBZtRERElC90uoXtZdbW1ihdujQuXboEJycnpKamIj4+XiMmLi5OGYspJ+M1vSrG0tLyP4tCY2NjWFpaajyIiIiI8sN7VbAlJSXh8uXLKFKkCHx8fGBoaIioqChl/vnz53Hjxg34+fkBeD5e08mTJ3H37l0lJjIyEpaWlvDy8lJiXlyGOka9DCIiIiJt0+mCbeDAgdi1axeuXbuGffv2oVmzZtDX10fbtm1hZWWFsLAw9O/fHzt27MCRI0cQGhoKPz8/VK9eHQAQGBgILy8vdOzYEcePH8eWLVswfPhwhIeHw9jYGADQo0cPXLlyBYMHD8a5c+cwa9YsrFixAv369dPmqhMREREpdLoP2z///IO2bdviwYMHsLe3x8cff4z9+/fD3t4eADB58mTo6emhRYsWSElJQVBQEGbNmqW8Xl9fHxs3bkTPnj3h5+cHMzMzhISEYMyYMUqMu7s7Nm3ahH79+mHq1KkoVqwYfv31VwQFBb3z9SUiIiLKjk6Pw/Y+4Ths+YPjsL0Zbrfc49h1RAUTx2EjIiIiojzBgo2IiIhIx7FgIyIiItJxLNiIiIiIdBwLNiIiIiIdx4KNiIiISMexYCMiIiLScSzYiIiIiHQcCzYiIiIiHceCjYiIiEjHsWAjIiIi0nEs2IiIiIh0HAs2IiIiIh3Hgo2IiIhIx7FgIyLSMRkZGfj222/h7u4OU1NTlCxZEt999x1ERIkZNWoUPD09YWZmBhsbGwQEBODAgQMayzl69Cg+/fRTWFtbo3DhwujevTuSkpLe9eoQUR5gwUZEpGPGjx+P2bNnY8aMGTh79izGjx+PCRMmYPr06UpM6dKlMWPGDJw8eRJ79uyBm5sbAgMDce/ePQDA7du3ERAQAA8PDxw4cAARERE4ffo0OnfurKW1IqK3YaDtBIiISNO+ffvQpEkTBAcHAwDc3Nzw559/4uDBg0pMu3btNF4zadIkzJ8/HydOnIC/vz82btwIQ0NDzJw5E3p6z3+bz5kzBxUqVMClS5fg4eHx7laIiN4aW9iIiHRMjRo1EBUVhQsXLgAAjh8/jj179qBBgwbZxqempmLevHmwsrJCxYoVAQApKSkwMjJSijUAMDU1BQDs2bMnn9eAiPIaCzYiIh0zdOhQtGnTBp6enjA0NMRHH32Evn37on379hpxGzduhLm5OUxMTDB58mRERkbCzs4OAFCvXj3ExsZi4sSJSE1NxaNHjzB06FAAwJ07d975OhHR22HBRkSkY1asWIElS5Zg6dKlOHr0KBYvXoyffvoJixcv1oirW7cuYmJisG/fPtSvXx+tWrXC3bt3AQDlypXD4sWL8fPPP6NQoUJwcnKCu7s7HB0dNVrdPiRjx45F1apVYWFhAQcHBzRt2hTnz5/XiLl8+TKaNWsGe3t7WFpaolWrVoiLi8t2eSkpKahUqRJUKhViYmLewRoQvdqH+a0lInqPDRo0SGll8/b2RseOHdGvXz+MHTtWI87MzAweHh6oXr065s+fDwMDA8yfP1+Z365dO8TGxuLWrVt48OABRo0ahXv37qFEiRLvepXeiV27diE8PBz79+9HZGQk0tLSEBgYiOTkZABAcnIyAgMDoVKpsH37duzduxepqan47LPPkJmZmWV5gwcPhrOz87teDaJs8aIDIiId8+TJkyytYPr6+tkWFS/KzMxESkpKlumOjo4AgAULFsDExASffvpp3iWrQyIiIjSeL1q0CA4ODjhy5Ahq1aqFvXv34tq1azh27BgsLS0BAIsXL4aNjQ22b9+OgIAA5bWbN2/G1q1bsXr1amzevPmdrocu2r17NyZOnIgjR47gzp07WLt2LZo2barttAoUtrAREemYzz77DD/88AM2bdqEa9euYe3atZg0aRKaNWsG4HlL0ddff439+/fj+vXrOHLkCLp06YJbt27h888/V5YzY8YMHD16FBcuXMDMmTPRq1cvjB07FtbW1lpas3crISEBAGBrawvg+SlOlUoFY2NjJcbExAR6enoaF2LExcWhW7du+P3331GoUKF3m7SOSk5ORsWKFTFz5kxtp1JgsYWNiEjHTJ8+Hd9++y2+/PJL3L17F87Ozvjiiy8wYsQIAM9b286dO4fFixfj/v37KFy4MKpWrYr//e9/KFeunLKcgwcPYuTIkUhKSoKnpyfmzp2Ljh07amu13qnMzEz07dsXNWvWRPny5QEA1atXh5mZGYYMGYIff/wRIoKhQ4ciIyNDuRBDRNC5c2f06NEDVapUwbVr17S4FrqjQYMGr7xKmd4NFmxERDrGwsICU6ZMwZQpU7Kdb2JigjVr1rx2Ob/99lseZ/b+CA8Px6lTpzRazuzt7bFy5Ur07NkT06ZNg56eHtq2bYvKlSsrp6CnT5+Ox48fY9iwYdpKnShbLNiIiOiD0qtXL2zcuBG7d+9GsWLFNOYFBgbi8uXLuH//PgwMDGBtbQ0nJyflQozt27cjOjpa47QpAFSpUgXt27fPcqUu0bvCgo2IiD4IIoLevXtj7dq12LlzJ9zd3V8Zqx6vbvv27bh79y4aN24MAJg2bRq+//57Je727dsICgrC8uXL4evrm78rQPQfWLAREdEHITw8HEuXLsX69ethYWGB2NhYAICVlZVyl4eFCxeibNmysLe3R3R0NPr06YN+/fqhTJkyAIDixYtrLNPc3BwAULJkySytdUTvEgs2IiL6IMyePRsAUKdOHY3pCxcuVG56f/78eQwbNgwPHz6Em5sbvvnmG/Tr1+8dZ0qUeyzYiIjogyAir40ZN24cxo0bl+Nlurm55Wi5H7qkpCRcunRJeX716lXExMTA1tY2S6sk5Q8WbERERPSfDh8+jLp16yrP+/fvDwAICQnBokWLtJRVwcKCjYiIiP5TnTp12NKoZSzYiIjygNvQTdpOQSuujQvWdgpEBQJvTUVERESk41iwEREREek4FmwvmTlzJtzc3GBiYgJfX18cPHhQ2ykRERFRAceC7QXLly9H//79MXLkSBw9ehQVK1ZEUFAQ7t69q+3UiIiIqADjRQcvmDRpErp164bQ0FAAwJw5c7Bp0yYsWLAAQ4cO1XJ2REQfHl6sQZQzLNj+X2pqKo4cOYJhw4Yp0/T09BAQEIDo6Ogs8SkpKUhJSVGeJyQkAAASExPzJb/MlCf5slxd9zbbs6BuM4Db7U287XeX2+3NcLuRtqn/Fro+bAkLtv93//59ZGRkwNHRUWO6o6Mjzp07lyV+7NixGD16dJbpLi4u+ZZjQWQ1RdsZvJ+43XKP2+zNcLu9GW433fP48WNYWVlpO41XYsH2hoYNG6aM9AwAmZmZePjwIQoXLgyVSqXFzPJWYmIiXFxccPPmTVhaWmo7nfcGt1vucZu9GW63N8Pt9mY+xO0mInj8+DGcnZ21ncp/YsH2/+zs7KCvr4+4uDiN6XFxcXBycsoSb2xsDGNjY41p1tbW+ZmiVllaWn4wX853idst97jN3gy325vhdnszH9p20+WWNTVeJfr/jIyM4OPjg6ioKGVaZmYmoqKi4Ofnp8XMiIiIqKBjC9sL+vfvj5CQEFSpUgXVqlXDlClTkJycrFw1SkRERKQNLNhe0Lp1a9y7dw8jRoxAbGwsKlWqhIiIiCwXIhQkxsbGGDlyZJbTv/TfuN1yj9vszXC7vRlutzfD7aY9KtH161iJiIiICjj2YSMiIiLScSzYiIiIiHQcCzYiIiIiHceCjYiIiEjHsWAjIiIi0nEs2IiIiPLB3Llz4evrq+006APBgo2IqIDgKE7vTmZmJuzs7HD//n00bNhQ2+nQB4AFGxG9tzIyMrSdwntBXaglJSVpOZOCQ09PD40aNcL06dNx8+ZNBAYGajslncAfDW+OBRuRDsnMzMx2OndyWWVkZEBfXx8A8Pfff+PSpUtazkh3qVQq7Nq1Cz179oSIsNDNZ+ptbGxsjKJFi6J79+7Ytm0bWrVqpe3U3in1fisxMVH5zKlUqlfu5+i/sWCjd0b95b18+TIuX76Mq1evajkj3ZKZmQk9vedfyY0bN+Kvv/5CVFQUgOc7ORZt/8rMzFSKtVatWmHMmDG4dOkSnj17puXMdNeuXbtw+PBhqFQqZdtR/lBv45UrV6Jly5aIiYmBt7c3Nm3ahAYNGmg7vXdGpVJhw4YNCAwMRFBQEL788ksAz1sfWbTlHgs2emdUKhVWr16NWrVqISAgAI0aNcKSJUu0nZZOEBGlWBswYABCQkLQp08fhISEYPDgwQBYtL1Iva06dOiAc+fOYcGCBahXrx5MTEw04gry9np53T/++GPo6enhyZMn2c6nvHX16lV89dVX6N27N+bNm4d9+/Zh1qxZuHTp0gfdp+3Fz9Xhw4fx+eefo169eihTpgx2796tXITBoi33ePN3ynciApVKhbi4OPTv3x+jR49G4cKFsW/fPnTq1AlPnz5F165dtZ2mVqlUKgDArVu3sGfPHuzYsQMGBgbYt28fevfujadPn2L69OlK0aaOL8hOnDiBo0ePYvHixfDy8sL169dx+vRp7Nq1Cx4eHujWrVuB3k4qlQoHDx5EZmYm3N3dYW1tjVu3buHkyZPw9fVVts2LLbuUdx48eAAACAwMhL6+PszMzNCyZUtkZGSgZ8+eaNeuHZYuXarlLPPWi5+l48eP48GDB/juu+8waNAgpKWl4dChQ+jcuTOqVq2KQ4cOKUUbP385w4KN8p1KpcL27dtx9OhRfP7550pxVqdOHRQqVAjdu3cHgAJftP3888/Ys2cPKlasCC8vLxgYGMDd3R1GRkb44osvoFKpMG3aNBZt/0+9/hcvXsTJkycRERGBc+fOwdraGsuWLYOBgQFCQ0O1nKX2XLt2DeHh4Thz5gxsbGxQuHBh6OvrY9asWbhw4QLKlSuHChUqID4+HnZ2dtpO94NTvHhxmJqaYufOnfD09AQAmJmZoVmzZpgwYQKWLVuGp0+fYu3atVrO9O1NnDgRVapUQd26dQEAcXFxaNGiBa5evYoRI0YAAAwNDVG9enUsWrQIoaGh8PPzQ3R0NIu13BCifPbkyRPp2bOnqFQqqVu3rsa8hw8fysiRI8XQ0FCmT5+upQy1IzMzU+P5t99+KzY2NlKrVi2N6U+ePJHffvtNzMzMpGPHju8yRZ2Rnp6eZVpKSooEBwdLxYoVxdzcXMaOHStHjx6Vx48fS82aNeWXX37RQqa6JT4+Xm7cuCEnT56UuXPniqOjo1SsWFGKFSsmrq6uYmtrK7Vr15akpKQsn0fKOfW2y8zMlIyMDBERSUxMlDZt2kj9+vVl+/btSmxycrK0b99eFi9eLFevXtVGunnqyZMn0qxZMzE0NJQ9e/aIiEhSUpIsXbpUypcvL5988olGfEZGhkRHR4udnZ3Uq1dPGym/t1iwUb558QBw9uxZ6du3r6hUKlm3bp1G3KNHj2TgwIFibW0tjx49KnAHjl9++UVOnTolCQkJMnHiRNHX15fvv/9eI+bp06cye/ZsqVOnjnJAKCheXN9Zs2bJhAkTZMWKFSIikpaWJjExMXL9+nUl5uHDh1KuXDlZuHDhu05Vq9Tfm8TERHn48GG2Mc2aNZOePXtKUlKS/PPPP7Jq1Sq5cuXKu0zzg6Pe7hEREdKjRw9p166d7N27V0Se7/eqVKkin376qfz8889y8OBB6d+/v3h5ecnt27e1mXaeunfvnoSGhkqhQoVk165dIvK8aFu9erUULVpUmjRpohGfkZEhBw4ckEuXLmkh2/cXCzbKcy/+2nzRxYsXpXv37mJpaSnr16/XmPfo0SO5d+/eO8tRV9y4cUMqVaokU6ZMERGRO3fuyNixY8XS0lJ+/PFHjdiUlBTl/wWlaHvxM9S8eXNxdHSUatWqiUqlkl69ekliYqIy/9atW3Lo0CEpX768NG7cWBvpat26devE19dXKlWqJOHh4ZKQkCAi/35exo8fL8HBwdpM8YO0efNmKVSokDRt2lRq1KghhoaGMnv2bBEROXfunISGhoq7u7sUL15cSpQoIUeOHNFyxnnjxf3Qw4cPpUOHDmJqaqoUbcnJybJq1Spxd3eXpk2baivNDwYLNspT6gPszp075csvv5QePXrIxIkTlfkXL16UHj16iJWVlWzcuFFbaeqUXr16SenSpZXncXFxMm7cOLG2tpZx48ZliS9oLZAiIseOHZOAgACJjY2V5ORk2bx5sxgbG0v37t3l/v37IiLy008/SZUqVSQkJER5XUEpbEVE9u3bJ9bW1jJo0CAZPXq0ODg4yKeffqpx2m316tVib28vcXFx2kv0A/Po0SP58ccflQJNRGTMmDGip6cnM2bMEBGR1NRUefTokZw5c0b5vL7PXt4HnTp1Sp49eyb379+XkJCQbIu2UqVKZekSQ7nDgo3y3Jo1a8Ta2lrat28vX375pdjb20v37t2V+RcvXpTw8HBRqVSyefNmLWb6bqWmpmo8V/fLun37tpQvX16jD9+9e/dkwoQJolKp5Pfff3+neeqa0NBQCQgIkLCwMI3pW7duFSMjI+nRo4ekpKRIenq67NixQ5lfkIq1c+fOyapVq+SHH35Qpl29elWKFSsm/v7+StEWFRUlZcqUkQcPHmgp0w/LqVOnxMTERMqWLaucpldTF21z5syRp0+fainD/KPefx09elRKlCihnOK9f/++dOrUKUvRtmTJEqlYsaLcvHlTazm/71iwUZ46cuSIuLu7K782L1++LPb29qJSqaRly5ZK3Llz56R///5y7tw5baX6zmzZskXj+e+//y63bt2Sx48fi8jzvh6dOnXKcsogLi5Ofv/9d0lLS3tnueqimTNniqGhodSsWVPZZupf+JGRkWJsbCwtWrTQKIgLUivko0ePxNzcXFQqlQwcOFBj3tWrV6Vo0aISGBio9PPjATNv9erVS1QqldKt4cXP3g8//CAqlUoWLFigrfTy1KxZs+Tjjz/WmHb8+HGpWLGiPH36VPmRdO/ePaVo2717t4g8L9pe7MJAuceCjd6Yesf04hV8a9askX79+onI8/5Z7u7u0q1bN1m9erUYGBhotLS93OL0IVqwYIFYW1vLnDlzROR5a1qxYsXEw8NDWrZsKVFRUSIicuHCBbG2ts7yK12toBRt2V0NKiKyaNEi0dPTk1GjRikHBfXnb8OGDRIaGvrOctRF//vf/6R48eLi7++vXHCg3j7Xrl0TU1NTadSoUYFqdXxXMjIy5Msvv5RChQpl281j4sSJcubMGS1klrcyMjJk+fLl4urqqtFHdOPGjeLt7Z0l/t69e9KlSxdRqVTKRRj0dliwUa6pDwTx8fHKtP3798v58+clLS1NDh06JOnp6dKwYUPp1KmTiDxvJvf09BSVSiXt27fXSt7acPbsWenXr5+ULVtW5s6dq0xfsGCBdO3aVYyMjKR9+/by888/S3h4uPTs2VPS0tJeWbh8yF5c502bNsn8+fNl8+bNyum7OXPmiJ6enowZMyZL0aZWEFrWXrWOu3fvFktLS+nQoUOWlsjr16/LhQsX3lmOHyL1trx48aKcOHFCDh8+rDG/W7duYmZm9kH3zX327JmsX79ePDw8pGHDhiIism3bNvHy8sr2x8D9+/fliy++kLNnz77rVD9ILNjojcTGxoqvr68sXbpUNm7cKCqVSnbu3Kkx/6OPPpKtW7eKiMjjx4+lS5cusnbtWrl48aK20n6n1Dv4CxcuSJ8+faRUqVJZxprbtm2bDB06VDw8PESlUom5ublcvnxZ4/UFwctXg1aqVEnKli0rgYGBUq5cOaWT/Pz588XQ0FC+++67AtlapN5O27dvl+HDh0v79u1l9erVyndq165dYmlpKe3atctStNGbU2/DtWvXSokSJcTT01NMTEykb9++cuPGDSWuW7duYm1tLatXr9ZWqvkuJSVF1q1bJyVLlpQWLVrIrl27pGnTprJy5Uo5ePCgnDp1SqKjoyUiIkJiY2P5+ctDLNjojaiLkGLFiomJiYlyKk99EL1//77Y2trKV199Jffu3ZMhQ4ZI+fLl5e7du9pM+515cSeVmZkpN2/elL59+0qZMmVk1qxZGrHp6ekSHx8v48ePl0qVKkm3bt0KzCnQlw0aNEg8PT3ln3/+ERGR7t27S6FCheTQoUNKzLx587Idz6+gWL16tZiYmEibNm2kWrVqUq5cOQkMDFRafHbv3i2FCxeWzz77TJKSkrSc7fvtxR8FERERYmVlJbNnz5akpCRZvny5qFQqCQsLk2vXrilxbdq0kaJFi37Q2z45OVnWrVsnHh4eoqenJ8WKFZPKlSuLs7OzuLm5SdGiRaVEiRLKj0/KGyzYKNfUxYi6Zc3R0VGWLFmizFcXGwsXLhRTU1NxdXUVJycnOXr0qFbyfddeLNZGjx4tkydPFpHnF1qoi7YXhwBQj6+WmZkpP//8s1StWlVpHSlInj59Ko0bN5Y//vhDRJ73/bGxsZHIyEgReT5GnXq7vNiaW5DcvHlTypUrpwwXIfJ87LVmzZpJ/fr1lUFwt2/fLq6urnLr1i1tpfpe+/vvv5VxITMzM+XRo0cSEhIi3333nYiIXLlyRUqWLCmfffaZmJiYSPv27TWKkw9pUFz1/uzWrVty/fp1Zd0yMzNl3bp1Uq1aNalUqZKkp6dLRkaG3LlzR5KSkj6I4Ut0DQs2ei31F/bRo0fKAXPjxo0ydepUWbdunQwcOFDKlCkjv/76a5bXXrlyRbZv3660mHzIJk6cKKdPnxaRf/tjffLJJ7JmzRol5sKFC0rRpr4QQeTfIvfWrVvi6OgoBw4ceIeZ64aMjAxp0KCBrF+/XiZNmiQ2NjYSEREhIs+LuYkTJ8qff/6p0epREE6LvvgD4MaNG+Lo6Kh0NVBbs2aNeHp6KsWtyPNbBlHu7d+/X8qWLStdunRR+k8+fvxYlixZIlevXpX79+9LxYoVlWFm5s6dK3p6etKqVSuNO258CNSfvTVr1kjp0qWlZMmSYmZmJgMHDlQupFi/fr24urpKixYttJlqgcCCjV4rMzNT7t27Jw4ODrJw4UJZvHixqFQqWbVqlYg871jfq1cvKVOmjMbl6+vXry8wHZ137Ngh5cqVk1atWinr/OTJEylRooRGwSbyvNNyv379xMvLS3766SeNeT/99JPY29t/8C0j2V1UkZ6eLiEhIVK0aFGxt7dXijWR562Tvr6+8ttvv73LNHXGX3/9JTNnzpSTJ09K+fLlZfHixSKiWbCWLVtWvvrqK22l+MHIzMyU8ePHy8cffyzdunVTWtrUd4349ddfpWbNmkpL04IFC6R69eri5OT0Qf4w3blzp5iamsq0adNkz549Mn/+fCldurR06NBBzp8/LxkZGbJ+/XqxtbWV1q1bazvdDxoLNsqxMWPGiImJiTIY5IvOnTsnvXv3ltKlS8vo0aNlxIgRoq+vr9G340O3ePFiqVu3rrRs2VLOnz8vIs8Potu2bROR561E6l+sZ8+elc6dO0vr1q0lMzNTmf7TTz9JTEyMdlbgHXmxWPvrr7+UC1dEnl957O3tLeXLl5czZ87IrVu35OTJk0oxXJCoPxMxMTFibGysdDto1aqVuLu7y8mTJ5XY9PR0CQwMlEmTJmkl1w+F+rOZmZkpEydOFD8/P+nWrZvG6b2vv/5aqlSpoowpNmTIEFmwYIE8e/ZMKznnF/Xnb8CAAVlu9bZp0yYpUaKEfPPNNyLyvE/bpk2bCswFZdrCgo1eS/0r/syZM6JSqURfX18WLlyYpZ/VxYsX5dtvvxUPDw/56KOPPpj75b3Oi60cixYtktq1a0vLli3l1KlT0qxZM9m/f7+IaI47l5ycLPHx8cprC8owHi+e3mvZsqWULl1aatasKZaWltK0aVO5cuWKnD9/XkqUKCGlSpUSOzs7qVy5ssbploJwGlTt8OHDsmrVKhk6dKjG9Jo1a4qbm5vMmDFDVq1aJYMGDRIrKyvlhwK9mZcvFsquaIuKihJ9fX0JDAyU+vXri6WlpZw4cUJbKecb9bbo0aOHcv/ZtLQ05fs3ffp0sbGxKZD3gNYWFmyUYykpKXL06FH5/vvvRV9fX2bOnJlt5/iHDx8WmA6n6p3ai1d1LliwQOrWrSt169YVlUolnp6eUrZsWSlXrpyUL19e3NzcJDw8XIkvSAWI2oABA8TLy0vu3LkjIiLh4eFib28vp06dEpHnrZFbt26V1atXS3R0tPK6D31bZWZmKuuYkpIipUqVEpVKJc2bN88yPEKHDh3Ex8dH3NzcpHr16nLs2DEtZPzhUG/f//3vf/LXX38p014s2tRXuW/YsEFatGghYWFhGi2dH6KZM2eKkZGR0j9Xva/bsGGDlCtXjrc5e4dYsNErvXgng5cvUf/6669FX19f5syZo5wamDp1quzbt++d56ktLxYPmZmZGkXbwoUL5ZNPPhFvb28ZM2aMbNu2Tf766y9ZtmyZLFq0qMAO26HWsmVLpb/jd999J7a2tsp9ZV/1i/1DH8/p/Pnz0qtXL2nWrJlMnDhRRJ4PePvxxx+Lq6urcsB88XN39+5duXXrljx69EgbKX8w1J+t1atXi729vfTs2VPpzpGZmSkTJkyQ6tWraxRtz549+6B+QLx4NeiFCxc0+uM1atRIihQpotGSOGDAAPHx8dEYQJ3yFws2ypb6yxsRESHt2rWTGjVqyKhRozROuXzzzTdibGws/fr1k65du4qBgcEHeWogOy/uqKdNmyYtW7aUJk2ayLfffqtMX7x4sfj7+0vr1q2V4RZeVFBOg758UEtMTBRPT0/5+++/ZfHixRpXgyYlJUn//v2z3H/1QxcTEyP29vbStGlTadOmjRgYGMiECRNE5PlQHmXLlpUqVaoog7R+6MXru6Teltu2bRMzMzNZuHChMtTOi6ZOnSo1a9aU1q1bf3BnEF68GtTb21scHR2lUqVKSr/RO3fuSOPGjcXIyEg+/vhjqV27tlhZWbFV9x1jwUavtG7dOrGwsJAvvvhCpk6dKnZ2dtK2bVvZtWuXEjN27Fjx9/eX2rVrf/Cd5bMzdOhQsbOzkz59+sgXX3whlpaWUqdOHeUG2+rTo/Xq1dMYEb0gOnv2rNKyOGLECHFychJTU1ONU55Xr16VKlWqyPz587WV5jt3/PhxMTU1la+//lpEnhe4vXr1kj59+khycrKIPB/O46OPPhIfHx/evP0tqX9AvHjWIC0tTYYOHarc6zghIUH27Nkj3bp1k759+8rBgwdF5HlrcGBg4Ac1zppaVFSUmJiYyLRp0yQyMlLmzp0rpUuXFj8/PyVm4cKF8u2338oPP/xQYEYA0CUs2Chbp06dktKlSysDvGZmZoqdnZ1YWVlJUFCQ7NmzR4l98OCBcmApSE6cOCHFixfXGPvq2rVr4urqKvXr11emzZw5U8LDwz+o0ye5NXr0aHFxcVFudn/48GEJCAiQKlWqyJkzZyQ5OVlOnTol5cuXl88//1zL2b47N27cEDs7uyzr3Lp1a6lYsaKUKVNGgoKCZNmyZUrRVqpUqQ9y+Ih36datW9K4cWNZuXKlMq1Lly5SsmRJOX36tLRq1UoCAgKkdu3a4unpKZ9++qmIPN8Pfqh9toYMGaJxn+fMzEw5fPiwlC5dWrknNGmXHoiykZKSgvbt2yMsLAz//PMPSpQogfbt22PXrl3YtWsXJk+ejG3btgEAbG1tUahQIS1n/O4lJycjLS0NpUuXBgCkpaXB1dUVGzduxN69e7Fs2TIAwJdffonp06dDT08PmZmZ2kxZawYMGAAnJycMHjwYu3fvho+PD3r37o3ChQujcuXKqFChAlq1aoWyZctixYoVAFAgtlVGRgbc3d2RkpKCvXv3AgDGjRuHDRs2oGXLlhg0aBCuX7+O4cOHIzk5GWvXroW1tTXS0tK0nPn77datW0hOTsacOXOwfv16AMDIkSNRqFAh1KxZEyqVCn379sXOnTsxdepU3Lp1C7dv34ZKpYKtra2Ws88bIgIAOHPmDDIyMnDv3j1cuHBBma9SqeDj44MvvvgC586dw8OHD7WVKqlpu2Ik3ZSQkCAXLlyQjIwMadu2rXTq1Ek5haC++rFjx44FejT1f/75R8zMzDTu8JCRkSEPHjwQT09P+eWXXzTiC0q/o1f1zUtOTpaqVatKxYoV5X//+5+IPL+iOCIiQlavXq1xqr0gtUZeuHBB6tevL40bN5auXbuKg4ODRh++69evi0qlUlq7C/oFK3ll37590qxZM6ldu7asX79emf5yP9yBAwdK3bp1lYurPiR//fWXuLu7y/79+2Xp0qVSuXJl2bRpk0bMmjVrxM3N7YMfzPt9wBa2Ai41NVX5pXX37l0kJSXhyZMnsLS0hIeHBzIyMnDr1i14e3vDzMwMAFC2bFksXboUo0aNgqmpqTbTfydebOl58f9FixZFWFgY5syZg1WrVgEA9PT0UKhQIRgZGUFPT/PrpVKp3k3CWiQi0NfXBwD8+OOPOH78uDKvUKFC2LVrF/T19dG9e3fs2rUL5ubmCAoKQvPmzVGrVi0Az7fxy9vuQ1aqVClMnToVT58+xZIlSzB48GAEBgZCRJCWlgZ9fX14e3vDzs4OAGBgYKDljN9v6v2dn58fBg4cCFtbW0yaNAlr164FAHh7ewMA9uzZg4EDB+KXX37B5MmTYWFhobWc85J6/e/cuYNFixZh4MCB8PX1RY0aNVCoUCH88ssv2LhxoxK7d+9eFClSRNn/kxZps1ok7fnll180+mKsW7dOypYtK5UrV5bg4GClY/OdO3ekQoUKEhISIhs3bpRhw4aJs7PzB3eV1Ku82NIzZcoU6dy5s9StW1fmzJkjN27ckJs3b0r79u2lZMmSMmDAAJkxY4b4+/uLt7d3gbkK9EXqdU5KSpJChQqJn5+fMhyFuoUxMTFR7O3tpV69erJx48YC0/L4OpcuXZLAwEBp0KCB7N69W5n+7bffiru7e4G/aCW/7N27V5o1ayZ16tRRWtquXLkiX331lVStWlWOHz+u5Qzz3q5du6Rt27ZSp04d5fsp8rzvcq1ataRChQri6ekpDRo04NWgOkQl8v/lNhUY//zzDwICAqCvr48DBw7g8ePHKF26NEaMGIGUlBTs2rULJ0+exP79++Hm5oatW7eic+fOsLCwQFpaGlavXo2PPvpI26vxTg0ZMgS//vorunXrhjNnzuCff/6Bra0t5s6dCwsLC/z++++YPXs2XFxc4ODggD/++AOGhobIyMhQWpw+ZH/++ScOHz6MPXv2oGzZsmjevDkCAgJQqVIlODg4YN68efDy8gIAPH78GA0bNsThw4cxePBgjB49WsvZ646LFy/iq6++gohg7NixiIyMxMiRI7Fv374C9517l/bt24effvoJjx49wuDBg9GgQQPcvHkTxsbGcHBw0HZ6eW7nzp1o1aoV7t+/j+XLl+Pzzz9X5t28+X/t3XlYVWUeB/DvudwLOCCLuODCqCACKpuyCokLpDkolQtaGjzRhIqyJGqGzWiOg4YOiuSSC7mUY6ZQ5BIgomKSIEOIKIKikAtkKJCKIvc3fzCc4aaRGnEu3t/neXwe73nfc87vHi6X33nf875vOc6cOYOUlBSYmZnB19cXVlZWEkbLRBInjEwCSqWSjh49Sh4eHmRvb09JSUm0ZMkSsfz8+fPk4+NDnTt3posXLxIR0cWLF6mkpIQqKiqkClsyOTk5ZGFhodLqkZycTOPHj6dx48aJrY33799XWX5KU541ioyMpN69e5O/vz8FBQVR//79SSaT0cyZM6msrIwsLCzI3d2dvv/+e3GUXVBQkEatM/s0Lly4QL6+vtS1a1dSKBSUk5MjdUjPjV+25jZ/feLECZo0aRLZ29uLkzg/D5RKpdjyffPmTXER++LiYjI3N6cxY8aI05Yw9cYJm4Zp+oJSKpV07Ngx8vT0JB0dHZoxY4ZKvaakzdTUlEpKSqQIVTK/XMHg9OnTZGxsTLm5uSr1du/eTX379hW3/3IdQk2watUqMjU1pezsbDFBLSsro1WrVpG2tjbNmjWL7ty5Iy7L5evrS1ZWVuTr6yseQ5MGGDyp8+fP0/jx48Wlutizafo9bH4j1ZKMjAyaPn36c3EzsX//fpW5Mffu3Uuurq5kbm5O48aNowMHDtClS5fI3NycJk2apHJjwL+T6om7RDUQEUEQBCiVShw9ehRLlizBpUuXkJ+fDyMjI7FecXExpk2bhqqqKpw7dw5aWloa8eB8kyVLlqB79+6wtbVFQEAAYmJi4OfnJ14/oHHgwbx58xAeHi5tsG2MiHD37l288sor8PX1FbvxgMbBFdXV1UhISEBkZCR27dqFF198Ef/4xz9QW1sLExMTLFu2TDyOJn2mnkZ9fT0UCoXUYbRbTZ+tb775Bnv37sWdO3cQEhICW1vbFgcQ1NXVQVdXtw0jbX0VFRVwd3fH8OHDsWjRItTV1cHNzQ0LFiyAXC7H5cuXsXnzZmzevBkvvPACfHx84OrqirCwMLi6ukodPvs10uWKrK01v9u8d+8eETU+JH78+HEaMmQI2draUlVVlco+xcXFdOXKlTaPVQrN7yr37dtHxsbG4gPH48aNIwsLC5UHkH/88Ueyt7enzz//vM1jVQc//PADGRoa0oEDB4jo0VbFq1evkqOjI/n7+xPRo3ftfBfP/mhpaWkkl8tp+vTpNGDAADI3N6eVK1dqxKCp06dPk5OTE4WEhFBUVBRFRkaKZdXV1bR27VpSKBSUlpZG+fn5ZGRkREFBQVRXVydh1Kwl3MKmIeh/d5v79+/H5s2bUVtbiylTpuCtt94C8P8h7Pfu3cPRo0dVWto0zWeffYYff/wRDx8+xNy5cwE0TnDq5eWF8vJyBAQEwNTUFF9++SVu3LiB3NxcjRhY8Eu1tbWwsLBAeHg43nvvPZWyps/b+++/j8TEROTm5kIQBLHFiLhljf3BKioqEBMTAwsLC8ycORMA8M477yA1NRXTp09HUFAQTExMnuvPYm5uLmbOnImKigr4+voiPj5eLKuurkZ4eDjq6uqwa9cufPvtt+jatSv69esnYcSsJZoz2ZGGombdVOnp6ZgyZQqMjY3RrVs3zJgxAxEREbh79y48PT2xcuVKdOzYEXZ2dqiurpY48rbz4MED3L17FwDw888/IzIyEhERESgtLRXraGlpITMzE76+vjh+/DgSEhLQqVMn5OTkQEtLCw0NDVKFLxlBENC7d2/s378fFy9eFLc3vwe8desW3N3doa2trfJH8Xn9A8nUQ15eHl588UUcPHgQpqam4vZ//etf8PHxwfbt25GQkIAff/zxuf4sDh48GJs2bYIgCDh8+DDy8vLEMkNDQ/To0QOFhYWoq6vD0KFDOVlTd9I17rG2dO3aNdq8eTPFxsaK25KSkkgul9OcOXPEFQvS09PJ29tbHB36vPviiy/o1VdfJUdHR/rggw+IqPGheXd3d7K0tKTz588TkWr33b1796impkbsAtSU0aCPk56eTnK5nAICAh75zFRUVJC1tTUZGhqSvb09rVy5UqNXxmBta9KkSSQIAkVFRT3yuYuMjKTu3bvT6tWrNaJrPj8/n2xtbSkwMFBlIMLbb79N3t7e4io2TL1xwqYBmpa2MTExodWrV6uUffXVVySXyyksLExcwF1T/qhu2LCBDAwMKCIigsLDw0kmk4nL/5SXl5ONjQ05OTmJE5Y+buSnpowGbclHH31ECoWCRowYQXFxcXTmzBnas2cP2dnZ0fDhw2nXrl30+eef040bN6QOlT2nfu33cOrUqWRpaUnbt28Xv9+aREVFacyNKRFRbm4uDRo0iMzNzSkwMJCCg4PJxMSEJ8VtRzhh0xAbNmwgbW1tCgkJEYe4N33Jff311yQIAs2fP1/KENvUpk2bSKFQUGJiorht6tSpFBcXR9evXyeixpY2R0dHcnZ2Fld+YI9SKpV06NAhsra2Jn19fdLS0iJXV1cKDg6WOjSmAZq+xzIzM2nJkiX07rvvUkJCglju7+9PNjY2tG3btkeSNk2Tn59P/fr1IzMzM4qOjn4upi/RJJywaZB169aRIAj04YcfqszHRkR08OBBKiwslDK8NnPkyBESBEFlsmAiInt7e7K1taWOHTvS0KFDaefOnVRWVkZ2dnbUt29fjZw0+GlUVVXRDz/8QLm5uSrXShOX6GJta+/evdSpUyeaMGECBQcHkyAIFBISIpb7+/uTnZ0dbdy4UWN6EH5NTk4O+fj4UGVlpdShsKfEo0SfM/S/EU8FBQWorKxETU0NXn75ZbE8Pj4eoaGhWLFiBSIjIyEIwnM9SupxiouLERQUBGNjY7z//vtwcnLChAkTkJ+fj2XLlsHAwACRkZFQKpVISUlBQ0MDFi5ciB07dmjkaNDfQ9M+W6ztXbx4Ed7e3pg7dy5mz56Na9euwcrKCkFBQVi1apX4OztmzBhUV1fj0KFDMDQ0lDhqaT0Pc81pIk7YniNNfxwTExMRGhoKY2NjlJeXw8XFBStXrsTAgQMhk8kQHx+PyMhIvPfee3j//fc18g9q05qNWlpauH37Nu7du4e9e/eiT58+ABqHwzs5OSExMRF+fn7ifpqyNihj6oqaTfwtk8mQnZ2N0NBQnDx5EpcvX4anpyfGjRuH9evXAwCys7Ph7OwMALh69Sp69uwpZfiMPTOe1qMdUyqVKq8FQUBaWhqCgoKwePFi5OfnIz09HampqQgPD0deXh6ICLNnz8bSpUuxZs0a3Lp1S6LopWVpaYm4uDjcv38fBQUFePfdd9GnTx8olUpxWgobGxuYmJio7MfJGmNtr+m77uHDh+INZm1tLYDG772amhqkpaVhxIgR+Mtf/oK1a9cCAE6fPo3o6GicPXsWADhZY+0aJ2ztVNPd5eXLl/HVV18BaJxPbP/+/QgNDUVQUBBKS0sxceJEBAQE4PLlywgJCUFubi6USiXmzZuHkpISdOrUSeJ3Ih1LS0ts2LABbm5uSEhIwPHjxyGTySAIAv7+97+ja9euGDp0qNRhMqbxZDIZLl26hHXr1gEAdu/ejT59+qCqqgo9evRAr169MGHCBLi7u2Pjxo2Qy+ViverqanTr1k3K8BlrFXKpA2DPRiaT4dq1a3B2dkaXLl3w888/47XXXsPYsWPRs2dP3L59G/7+/hg5ciQ2bdqEI0eOYNSoUQgODsaWLVtgb28PY2Njqd+G5CwsLLB27VqEhoZi+fLlEAQBsbGxuHDhAgoKCiCTycTkmDEmnV27diEmJgY5OTnYs2cP1q1bJ95wTps2DWfOnIGBgQGOHTsGPT09fPrpp0hISMCxY8fQuXNniaNn7PfjhK0du3DhAqqqqtC3b1/s3r0bMpkMU6ZMAQAkJiaCiLBgwQIAjQ+Zjhs3DuXl5S0ufKyJmrpHIyIiMHLkSJibm6OgoAAKhQIPHz4U79YZY9KJiopCQUEBdu7ciUmTJmHq1Kli2fTp01FTU4M9e/Zg9OjRsLa2hpaWFjIyMmBrayth1Iy1Hm42aMeGDx+OwMBA1NfXQ6FQ4OOPP8aOHTsANK6jd/36dXTo0AFA41qhDg4OyM7Ohrm5uZRhqyVLS0usXLkSM2bM4GSNMTXz4MEDEBEUCgX8/Pxw6tQpxMXFobKyUqwTEhKCPXv2ICsrC0lJSUhNTYW9vb2EUTPWuniUaDvxy265+/fvQ0dHBwcOHMCePXswdepUbNy4ETdv3kRERASGDx+OQYMGQVdXF6ampigoKEBGRgYcHBykexPtCCdrjKmfplHaCxcuxGeffYZZs2bhzTffRJcuXQA03qjy82rsecUtbO1AU7JWXl6OxMREAICOjg4AwNnZGVlZWSguLsaGDRvQuXNnrFy5EpmZmcjNzcUrr7yCYcOG4eTJk5ysPQVO1hiTVlNbwtmzZ5Gamoq0tDRUV1cDAKKjo/H6669j/fr12LJlC0pLS7F48WLY2tqirq4O3A7BnkfcwtZOlJeXw9HREVVVVXjppZcQEBAABwcH9O/fH8nJyYiJicHevXtx8+ZNLFq0CFVVVQgJCcHEiROlDp0xxp5K8zklZ86ciZ49e6KoqAivvvoqXn/9dYwePRoA8Le//Q07d+6Enp4efvrpJyQmJsLV1VXi6Bn7Y3DC1k5cuXIFEydOhEKhwP379zF48GCkpqbivffeg5GREXbs2IFZs2bhpZdeQmFhIcLCwqCrq4tPP/0UBgYGUofPGGNP5fDhw/D398eyZcsQHByMr776CpMnT8bIkSMxa9Ys+Pr6AgBSU1Nx9+5d2NnZoW/fvhJHzdgfhxO2dqS4uBjvvvsulEol3njjDQiCgDVr1sDIyAhffvklXFxccOzYMWhra6OoqAh6enro1auX1GEzxtgTIyLU1dVh3rx50NPTw4oVK1BaWgofHx/Y2NigrKwMBgYGiIqKwpgxY6QOl7E2wwlbO1NUVISIiAg0NDRg7dq16NmzJ86cOYNly5bB398f06ZN4/UbGWPtQtPzuc2XfLtx4wZMTU2RlZUFIyMjdO/eHSNHjoSDgwO2bNmCAwcOYPLkyRg8eDAWLlyIl156SeJ3wVjb4EEH7YyVlRXWrFkDAJgzZw7y8vLg5uaG5ORkTJs2DQA4WWOMtQsymQxFRUWIi4sDAOzZswcODg6oqKiAg4MDrK2tcfjwYchkMixZskTcb8CAAejUqRPPscY0Cids7ZClpSXi4+Mhk8mwdOlSZGZmSh0SY4w9kyNHjmDu3LmYPn06pk6dihUrVqBbt27iSPg7d+6gtrYW169fBwCcPHkSY8aMwfbt2/mRD6ZRuEu0HSsuLsY777yDmzdvIjY2Fm5ublKHxBhjLXpcN2hgYCB27NiBCRMm4PPPP1epn52djYCAAOjr60Mul6OgoACZmZmws7OTInzGJMMtbO2YpaUlYmJi0KtXL/To0UPqcBhjrEVNydrly5exZcsWnDx5EkBj16i/vz+++OILREdHi/OtERGcnZ3x0UcfYezYsXB3d8d3333HyRrTSDw7aDtnbW2NTz/9FNra2lKHwhhjv6opWTtz5gwmTpyIgQMHijeaW7duBQC4uroiIiICRITZs2eLUxJZW1tjxIgRksXOmDrghO05wMkaY0zdyWQynD9/Hl5eXggODsacOXMe6RkICwtDQ0MDIiMjAQCvvfYadu7ciY0bN+Ls2bPo2LEjD6piGoufYWOMMfaHq6urwxtvvIGuXbsiPj5e3F5fX4+KigrU1NRgwIABAIDY2FgsWrQIVlZWKCsrw6FDh+Dk5CRV6IypBW5hY4wx9oeTy+W4ceMGhg0bJm775ptvcOjQIWzduhUmJibo3bs30tPTERERgSFDhuD27duws7NDnz59pAucMTXBLWyMMcb+cDU1NXB1dcULL7yAuXPnYt++fdi2bRsGDRqEYcOGQV9fH9HR0fD19UVsbKzU4TKmdjhhY4wx1ibS09MxevRo9OzZE1VVVYiJicGoUaPQr18/1NfXw9fXF927d8cnn3widaiMqR3uEmWMMdYmRo4ciUuXLqGyshK9e/dG586dxTItLS0YGhrCzMwMTe0IPMCAsf/jFjbGGGOSevDgAZYuXYqtW7ciIyMDlpaWUofEmNrhFjbGGGOS2blzJ7Kzs7F7924cPHiQkzXGfgUnbIwxxiRRVFSELVu2wNjYGEeOHIGNjY3UITGmtrhLlDHGmGQqKyuho6MDQ0NDqUNhTK1xwsYYY4wxpuZ48XfGGGOMMTXHCRtjjDHGmJrjhI0xxhhjTM1xwsYYY4wxpuY4YWOMMcYYU3OcsDHGGGOMqTlO2BhjjDHG1BwnbIyx361Pnz5YvXr1E9e/fPkyBEFAXl7er9b55JNPYGRk9Ltje1bDhw9HeHi4JOcWBAFJSUmSnJsxpp44YWNMQwUGBkIQBCxfvlxle1JSEgRBeKpjZWdn4+23327N8NhvuHHjBsLCwtCvXz/o6uqiW7du8PDwwPr163H37l2pw2OMtTJeS5QxDaarq4sVK1YgODgYxsbGz3ycLl26tGJU0iIiNDQ0SB1Giy5dugQPDw8YGRnhn//8J2xtbaGjo4MzZ87g448/Rs+ePTF+/PjH7ltfXw+FQtHGETPGfi9uYWNMg3l7e8PU1BTR0dEt1svMzMQLL7yADh06wMzMDKGhobhz545Y/ssu0fPnz8PT0xO6uroYMGAA0tLSHtvNd+nSJYwYMQJ/+tOfYG9vj5MnTz5y7qSkJFhaWkJXVxejR49GeXm5Svn69ethYWEBbW1tWFlZYceOHWLZ47peb9++DUEQkJGRAQDIyMiAIAg4ePAghgwZAh0dHWRmZgIAlEol5s+fj06dOsHU1BSLFy9WOXdZWRn8/Pygr68PAwMDTJ48GRUVFU8cHwAUFxdj2LBh4rVKTU197M+guVmzZkEulyMnJweTJ0+GjY0NzM3N4efnh/3792PcuHFiXUEQsH79eowfPx56enpYtmxZq163/fv3w87ODrq6unBzc0NBQcFvxs8YewbEGNNIAQEB5OfnR/v27SNdXV0qLy8nIqLExERq/tVQUlJCenp6FBsbSxcuXKATJ06Qo6MjBQYGinV69+5NsbGxRET08OFDsrKyIh8fH8rLy6Pjx4+Ti4sLAaDExEQiIiotLSUAZG1tTV9//TUVFRXRxIkTqXfv3lRfX09ERAkJCaRQKMjJyYm+/fZbysnJIRcXFxo6dKh43n379pFCoaCPPvqIioqKaNWqVaSlpUXp6ekq5/nPf/4j7nPr1i0CQEeOHCEioiNHjhAAsrOzo5SUFCopKaGffvqJvLy8yMDAgBYvXkwXLlygbdu2kSAIlJKSQkREDQ0N5ODgQJ6enpSTk0NZWVk0ZMgQ8vLyeuL4GhoaaNCgQTRq1CjKy8ujo0ePkqOjo8q1+qWbN2+SIAgUHR39RD9nANS1a1faunUrXbx4ka5cudKq183GxoZSUlIoPz+ffH19qU+fPvTgwYMnio0x9uQ4YWNMQzUlbEREbm5u9OabbxLRowlbUFAQvf322yr7Hj9+nGQyGd27d4+IVBO2gwcPklwup+vXr4v1U1NTH5uwbd68Waxz9uxZAkDnzp0josaEDQBlZWWJdc6dO0cA6LvvviMioqFDh9Jf//pXldgmTZpEY8eOVTnPkyQeSUlJKsfx8vIiT09PlW3Ozs60YMECIiJKSUkhLS0tKisre+Q9nDp16oni++abb0gul9PVq1fF8oMHD7aYsGVlZREA2rdvn8p2ExMT0tPTIz09PZo/f764HQCFh4er1G3N6/bvf/9brPPTTz9Rhw4daPfu3Y+NnTH27LhLlDGGFStWYNu2bTh37twjZd9//z0++eQT6Ovri/9Gjx4NpVKJ0tLSR+oXFRXBzMwMpqam4jYXF5fHntfOzk78f/fu3QEAlZWV4ja5XA5nZ2fxtbW1NYyMjMQ4z507Bw8PD5Vjenh4PPZ9/BYnJ6cW42uKsSm+c+fOwczMDGZmZmL5gAEDniq+pmP06NFDLHd3d3/q2AHg1KlTyMvLw8CBA3H//v0W31trXrfm8Xbq1AlWVlbPdBzGWMt40AFjDMOGDcPo0aOxcOFCBAYGqpT9/PPPCA4ORmho6CP7/fnPf/5d523+8HvTyFSlUvm7jtmcTNZ4T0pE4rb6+vrH1tXT02sxPqAxxtaM71n069cPgiCgqKhIZbu5uTkAoEOHDo/s87j31pKnuW6MsbbBLWyMMQDA8uXLkZyc/MiD/4MHD0ZhYSH69ev3yD9tbe1HjmNlZYXy8nKVh++zs7OfKaaHDx8iJydHfF1UVITbt2/DxsYGAGBjY4MTJ06o7HPixAkMGDAAwP9Hr16/fl0sb2nut6dhY2OD8vJylUEQhYWFuH37tnj+34qv6RjN48vKymrxvCYmJvDx8UF8fLzKwI+njb21rlvzeG/duoULFy6IPx/GWOvhFjbGGADA1tYWr7/+OuLi4lS2L1iwAG5ubpg9ezbeeust6OnpobCwEKmpqYiPj3/kOD4+PrCwsEBAQAA+/PBD1NbWYtGiRQDw1PO7KRQKzJkzB3FxcZDL5Zg9ezbc3NzELtZ58+Zh8uTJcHR0hLe3N5KTk7Fv3z6kpaUBaGxtcnNzw/Lly9G3b19UVlaKsfxe3t7e4jVbvXo1Hj58iFmzZsHLy0vsgvyt+Ly9vdG/f38EBAQgJiYGNTU1iIqK+s1zr1u3Dh4eHnBycsLixYthZ2cHmUyG7OxsnD9/HkOGDGlx/9a8bh988AFMTEzQrVs3REVFoXPnznj55Zef4koyxp6I1A/RMcak0XzQQZPS0lLS1tamX341nDp1inx8fEhfX5/09PTIzs6Oli1bJpY3H3RA1Dg4wMPDg7S1tcna2pqSk5MJAB06dEg8D37jofaEhAQyNDSkvXv3krm5Oeno6JC3tzdduXJFJbZ169aRubk5KRQK6t+/P23fvl2lvLCwkNzd3alDhw7k4OBAKSkpj314/tatWyr7eXl5UVhYmMo2Pz8/CggIEF9fuXKFxo8fT3p6etSxY0eaNGkS3bhx46niKyoqIk9PT9LW1qb+/fvToUOHWhx00OTatWs0e/Zs6tu3LykUCtLX1ycXFxeKiYmhO3fuiPV+7Vitdd2Sk5Np4MCBpK2tTS4uLvT999+3GDdj7NkIRM0eUmCMsT/AiRMn4OnpiZKSElhYWEgdDmsFGRkZGDFiBG7duiXpEmKMaQruEmWMtbrExETo6+vD0tISJSUlCAsLg4eHBydrjDH2jDhhY4y1utraWixYsABlZWXo3LkzvL29sWrVKqnDYoyxdou7RBljjDHG1BxP68EYY4wxpuY4YWOMMcYYU3OcsDHGGGOMqTlO2BhjjDHG1BwnbIwxxhhjao4TNsYYY4wxNccJG2OMMcaYmuOEjTHGGGNMzf0XqmKGriZq93cAAAAASUVORK5CYI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224" name="Picture 8" descr="C:\Users\hp\AppData\Local\Packages\Microsoft.Windows.Photos_8wekyb3d8bbwe\TempState\ShareServiceTempFolder\download (4).jpeg"/>
          <p:cNvPicPr>
            <a:picLocks noChangeAspect="1" noChangeArrowheads="1"/>
          </p:cNvPicPr>
          <p:nvPr/>
        </p:nvPicPr>
        <p:blipFill>
          <a:blip r:embed="rId4"/>
          <a:srcRect/>
          <a:stretch>
            <a:fillRect/>
          </a:stretch>
        </p:blipFill>
        <p:spPr bwMode="auto">
          <a:xfrm>
            <a:off x="0" y="779930"/>
            <a:ext cx="12192000" cy="6078070"/>
          </a:xfrm>
          <a:prstGeom prst="rect">
            <a:avLst/>
          </a:prstGeom>
          <a:noFill/>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0" y="0"/>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C3286AD-B268-E75A-C390-BA89A4EE730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8194" name="Picture 2" descr="C:\Users\hp\AppData\Local\Packages\Microsoft.Windows.Photos_8wekyb3d8bbwe\TempState\ShareServiceTempFolder\download (5).jpeg"/>
          <p:cNvPicPr>
            <a:picLocks noChangeAspect="1" noChangeArrowheads="1"/>
          </p:cNvPicPr>
          <p:nvPr/>
        </p:nvPicPr>
        <p:blipFill>
          <a:blip r:embed="rId4"/>
          <a:srcRect/>
          <a:stretch>
            <a:fillRect/>
          </a:stretch>
        </p:blipFill>
        <p:spPr bwMode="auto">
          <a:xfrm>
            <a:off x="0" y="833718"/>
            <a:ext cx="12192000" cy="6024281"/>
          </a:xfrm>
          <a:prstGeom prst="rect">
            <a:avLst/>
          </a:prstGeom>
          <a:noFill/>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E6ED231-AB91-2C33-0439-AEAC41FE728F}"/>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31693"/>
            <a:ext cx="9224342" cy="2553970"/>
          </a:xfrm>
        </p:spPr>
        <p:txBody>
          <a:bodyPr vert="horz" lIns="91440" tIns="45720" rIns="91440" bIns="45720" rtlCol="0" anchor="t">
            <a:normAutofit/>
          </a:bodyPr>
          <a:lstStyle/>
          <a:p>
            <a:pPr marL="0" indent="0">
              <a:buNone/>
            </a:pPr>
            <a:r>
              <a:rPr lang="en-US" sz="3200" dirty="0"/>
              <a:t> https://github.com/Su-Xmt-007/VOIS_AICTE_OCT2025_SUBHAMOYHAZRA.git</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537882" y="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145" name="Picture 1"/>
          <p:cNvPicPr>
            <a:picLocks noChangeAspect="1" noChangeArrowheads="1"/>
          </p:cNvPicPr>
          <p:nvPr/>
        </p:nvPicPr>
        <p:blipFill>
          <a:blip r:embed="rId3"/>
          <a:srcRect/>
          <a:stretch>
            <a:fillRect/>
          </a:stretch>
        </p:blipFill>
        <p:spPr bwMode="auto">
          <a:xfrm>
            <a:off x="645459" y="833718"/>
            <a:ext cx="10811435" cy="5647764"/>
          </a:xfrm>
          <a:prstGeom prst="rect">
            <a:avLst/>
          </a:prstGeom>
          <a:noFill/>
          <a:ln w="9525">
            <a:noFill/>
            <a:miter lim="800000"/>
            <a:headEnd/>
            <a:tailEnd/>
          </a:ln>
          <a:effectLst/>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806823" y="0"/>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r>
              <a:rPr lang="en-US" dirty="0"/>
              <a:t>[Paste your Certificate Here]</a:t>
            </a:r>
            <a:endParaRPr lang="en-IN" dirty="0"/>
          </a:p>
        </p:txBody>
      </p:sp>
      <p:pic>
        <p:nvPicPr>
          <p:cNvPr id="5121" name="Picture 1"/>
          <p:cNvPicPr>
            <a:picLocks noChangeAspect="1" noChangeArrowheads="1"/>
          </p:cNvPicPr>
          <p:nvPr/>
        </p:nvPicPr>
        <p:blipFill>
          <a:blip r:embed="rId3"/>
          <a:srcRect/>
          <a:stretch>
            <a:fillRect/>
          </a:stretch>
        </p:blipFill>
        <p:spPr bwMode="auto">
          <a:xfrm>
            <a:off x="753034" y="726141"/>
            <a:ext cx="10757647" cy="5701553"/>
          </a:xfrm>
          <a:prstGeom prst="rect">
            <a:avLst/>
          </a:prstGeom>
          <a:noFill/>
          <a:ln w="9525">
            <a:noFill/>
            <a:miter lim="800000"/>
            <a:headEnd/>
            <a:tailEnd/>
          </a:ln>
          <a:effectLst/>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598</TotalTime>
  <Words>361</Words>
  <Application>Microsoft Office PowerPoint</Application>
  <PresentationFormat>Widescreen</PresentationFormat>
  <Paragraphs>37</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AIRBNB HOTEL BOOKING ANALYSIS</vt:lpstr>
      <vt:lpstr>PROBLEM  STATEMENT</vt:lpstr>
      <vt:lpstr>Project Description  </vt:lpstr>
      <vt:lpstr>WHO ARE THE END USERS?</vt:lpstr>
      <vt:lpstr>Technology Used</vt:lpstr>
      <vt:lpstr>Python Code</vt:lpstr>
      <vt:lpstr>RESULTS1 </vt:lpstr>
      <vt:lpstr>RESULTS2</vt:lpstr>
      <vt:lpstr>RESULTS3 </vt:lpstr>
      <vt:lpstr>GitHub repository </vt:lpstr>
      <vt:lpstr>Getting started with Basics of Python Certificate  </vt:lpstr>
      <vt:lpstr>Data Visualization Certificate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Subhamoy Hazra</cp:lastModifiedBy>
  <cp:revision>111</cp:revision>
  <dcterms:created xsi:type="dcterms:W3CDTF">2021-07-11T13:13:15Z</dcterms:created>
  <dcterms:modified xsi:type="dcterms:W3CDTF">2025-10-23T18:18:00Z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